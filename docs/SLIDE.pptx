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9" r:id="rId11"/>
    <p:sldId id="265" r:id="rId12"/>
    <p:sldId id="266" r:id="rId13"/>
    <p:sldId id="268" r:id="rId14"/>
    <p:sldId id="267" r:id="rId15"/>
  </p:sldIdLst>
  <p:sldSz cx="12192000" cy="6858000"/>
  <p:notesSz cx="6858000" cy="9144000"/>
  <p:embeddedFontLst>
    <p:embeddedFont>
      <p:font typeface="Lato" panose="020F0502020204030203" pitchFamily="34" charset="0"/>
      <p:regular r:id="rId17"/>
      <p:bold r:id="rId18"/>
      <p:italic r:id="rId19"/>
      <p:boldItalic r:id="rId20"/>
    </p:embeddedFont>
  </p:embeddedFontLst>
  <p:defaultTextStyle>
    <a:defPPr marR="0" algn="l">
      <a:lnSpc>
        <a:spcPct val="100000"/>
      </a:lnSpc>
      <a:spcBef>
        <a:spcPts val="0"/>
      </a:spcBef>
      <a:spcAft>
        <a:spcPts val="0"/>
      </a:spcAft>
      <a:buNone/>
    </a:defPPr>
    <a:lvl1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vi-VN" sz="1800" b="1">
                <a:solidFill>
                  <a:srgbClr val="003366"/>
                </a:solidFill>
                <a:latin typeface="Lato"/>
                <a:ea typeface="Lato"/>
                <a:cs typeface="Lato"/>
              </a:rPr>
              <a:t>Tỷ trọng số người tử vong (%)</a:t>
            </a:r>
          </a:p>
        </c:rich>
      </c:tx>
      <c:overlay val="0"/>
    </c:title>
    <c:autoTitleDeleted val="0"/>
    <c:plotArea>
      <c:layout/>
      <c:barChart>
        <c:barDir val="col"/>
        <c:grouping val="clustered"/>
        <c:varyColors val="0"/>
        <c:ser>
          <c:idx val="0"/>
          <c:order val="0"/>
          <c:tx>
            <c:v>Tỷ trọng tử vong</c:v>
          </c:tx>
          <c:spPr>
            <a:solidFill>
              <a:srgbClr val="003366"/>
            </a:solidFill>
            <a:ln w="0">
              <a:noFill/>
            </a:ln>
          </c:spPr>
          <c:invertIfNegative val="0"/>
          <c:dPt>
            <c:idx val="0"/>
            <c:invertIfNegative val="0"/>
            <c:bubble3D val="0"/>
            <c:spPr>
              <a:solidFill>
                <a:srgbClr val="C00000"/>
              </a:solidFill>
            </c:spPr>
            <c:extLst>
              <c:ext xmlns:c16="http://schemas.microsoft.com/office/drawing/2014/chart" uri="{C3380CC4-5D6E-409C-BE32-E72D297353CC}">
                <c16:uniqueId val="{00000001-4E18-4A7B-AF51-1A862B8F9085}"/>
              </c:ext>
            </c:extLst>
          </c:dPt>
          <c:dPt>
            <c:idx val="1"/>
            <c:invertIfNegative val="0"/>
            <c:bubble3D val="0"/>
            <c:spPr>
              <a:solidFill>
                <a:srgbClr val="D39100"/>
              </a:solidFill>
            </c:spPr>
            <c:extLst>
              <c:ext xmlns:c16="http://schemas.microsoft.com/office/drawing/2014/chart" uri="{C3380CC4-5D6E-409C-BE32-E72D297353CC}">
                <c16:uniqueId val="{00000003-4E18-4A7B-AF51-1A862B8F9085}"/>
              </c:ext>
            </c:extLst>
          </c:dPt>
          <c:dPt>
            <c:idx val="2"/>
            <c:invertIfNegative val="0"/>
            <c:bubble3D val="0"/>
            <c:spPr>
              <a:solidFill>
                <a:srgbClr val="003366"/>
              </a:solidFill>
            </c:spPr>
            <c:extLst>
              <c:ext xmlns:c16="http://schemas.microsoft.com/office/drawing/2014/chart" uri="{C3380CC4-5D6E-409C-BE32-E72D297353CC}">
                <c16:uniqueId val="{00000005-4E18-4A7B-AF51-1A862B8F9085}"/>
              </c:ext>
            </c:extLst>
          </c:dPt>
          <c:dPt>
            <c:idx val="3"/>
            <c:invertIfNegative val="0"/>
            <c:bubble3D val="0"/>
            <c:spPr>
              <a:solidFill>
                <a:srgbClr val="9DAAB8"/>
              </a:solidFill>
            </c:spPr>
            <c:extLst>
              <c:ext xmlns:c16="http://schemas.microsoft.com/office/drawing/2014/chart" uri="{C3380CC4-5D6E-409C-BE32-E72D297353CC}">
                <c16:uniqueId val="{00000007-4E18-4A7B-AF51-1A862B8F9085}"/>
              </c:ext>
            </c:extLst>
          </c:dPt>
          <c:dLbls>
            <c:numFmt formatCode="0%" sourceLinked="0"/>
            <c:spPr>
              <a:noFill/>
              <a:ln>
                <a:noFill/>
              </a:ln>
              <a:effectLst/>
            </c:spPr>
            <c:txPr>
              <a:bodyPr anchorCtr="1"/>
              <a:lstStyle/>
              <a:p>
                <a:pPr>
                  <a:defRPr sz="2025" b="1">
                    <a:solidFill>
                      <a:srgbClr val="003366"/>
                    </a:solidFill>
                    <a:latin typeface="Lato"/>
                    <a:ea typeface="Lato"/>
                    <a:cs typeface="La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Không có
báo khói</c:v>
                </c:pt>
                <c:pt idx="1">
                  <c:v>Có nhưng
không hoạt động</c:v>
                </c:pt>
                <c:pt idx="2">
                  <c:v>Có và
hoạt động</c:v>
                </c:pt>
                <c:pt idx="3">
                  <c:v>Cháy quá nhỏ
để kích hoạt</c:v>
                </c:pt>
              </c:strCache>
            </c:strRef>
          </c:cat>
          <c:val>
            <c:numRef>
              <c:f>'Chart Data'!$B$2:$B$5</c:f>
              <c:numCache>
                <c:formatCode>0%</c:formatCode>
                <c:ptCount val="4"/>
                <c:pt idx="0">
                  <c:v>0.43</c:v>
                </c:pt>
                <c:pt idx="1">
                  <c:v>0.16</c:v>
                </c:pt>
                <c:pt idx="2">
                  <c:v>0.41</c:v>
                </c:pt>
                <c:pt idx="3">
                  <c:v>0.01</c:v>
                </c:pt>
              </c:numCache>
            </c:numRef>
          </c:val>
          <c:extLst>
            <c:ext xmlns:c16="http://schemas.microsoft.com/office/drawing/2014/chart" uri="{C3380CC4-5D6E-409C-BE32-E72D297353CC}">
              <c16:uniqueId val="{00000008-4E18-4A7B-AF51-1A862B8F9085}"/>
            </c:ext>
          </c:extLst>
        </c:ser>
        <c:dLbls>
          <c:dLblPos val="outEnd"/>
          <c:showLegendKey val="0"/>
          <c:showVal val="1"/>
          <c:showCatName val="0"/>
          <c:showSerName val="0"/>
          <c:showPercent val="0"/>
          <c:showBubbleSize val="0"/>
        </c:dLbls>
        <c:gapWidth val="9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BDCAD7"/>
            </a:solidFill>
          </a:ln>
        </c:spPr>
        <c:txPr>
          <a:bodyPr anchorCtr="1"/>
          <a:lstStyle/>
          <a:p>
            <a:pPr>
              <a:defRPr sz="1425">
                <a:solidFill>
                  <a:srgbClr val="003366"/>
                </a:solidFill>
                <a:latin typeface="Lato"/>
                <a:ea typeface="Lato"/>
                <a:cs typeface="Lato"/>
              </a:defRPr>
            </a:pPr>
            <a:endParaRPr lang="en-US"/>
          </a:p>
        </c:txPr>
        <c:crossAx val="48672768"/>
        <c:crosses val="autoZero"/>
        <c:auto val="1"/>
        <c:lblAlgn val="ctr"/>
        <c:lblOffset val="100"/>
        <c:noMultiLvlLbl val="1"/>
      </c:catAx>
      <c:valAx>
        <c:axId val="48672768"/>
        <c:scaling>
          <c:orientation val="minMax"/>
          <c:max val="0.5"/>
          <c:min val="0"/>
        </c:scaling>
        <c:delete val="0"/>
        <c:axPos val="l"/>
        <c:majorGridlines>
          <c:spPr>
            <a:ln w="9525">
              <a:solidFill>
                <a:srgbClr val="DCE3EB"/>
              </a:solidFill>
            </a:ln>
          </c:spPr>
        </c:majorGridlines>
        <c:numFmt formatCode="0%" sourceLinked="1"/>
        <c:majorTickMark val="none"/>
        <c:minorTickMark val="none"/>
        <c:tickLblPos val="nextTo"/>
        <c:spPr>
          <a:ln w="0">
            <a:noFill/>
          </a:ln>
        </c:spPr>
        <c:txPr>
          <a:bodyPr anchorCtr="1"/>
          <a:lstStyle/>
          <a:p>
            <a:pPr>
              <a:defRPr sz="1350">
                <a:solidFill>
                  <a:srgbClr val="003366"/>
                </a:solidFill>
                <a:latin typeface="Lato"/>
                <a:ea typeface="Lato"/>
                <a:cs typeface="Lato"/>
              </a:defRPr>
            </a:pPr>
            <a:endParaRPr lang="en-US"/>
          </a:p>
        </c:txPr>
        <c:crossAx val="48650112"/>
        <c:crosses val="autoZero"/>
        <c:crossBetween val="between"/>
        <c:majorUnit val="0.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800" b="1">
                <a:solidFill>
                  <a:srgbClr val="003366"/>
                </a:solidFill>
                <a:latin typeface="Lato"/>
                <a:ea typeface="Lato"/>
                <a:cs typeface="Lato"/>
              </a:rPr>
              <a:t>Số tử vong / 1.000 vụ cháy</a:t>
            </a:r>
          </a:p>
        </c:rich>
      </c:tx>
      <c:overlay val="0"/>
    </c:title>
    <c:autoTitleDeleted val="0"/>
    <c:plotArea>
      <c:layout/>
      <c:barChart>
        <c:barDir val="col"/>
        <c:grouping val="clustered"/>
        <c:varyColors val="0"/>
        <c:ser>
          <c:idx val="0"/>
          <c:order val="0"/>
          <c:tx>
            <c:v>Tử vong trên 1.000 vụ cháy</c:v>
          </c:tx>
          <c:spPr>
            <a:solidFill>
              <a:srgbClr val="003366"/>
            </a:solidFill>
            <a:ln w="0">
              <a:noFill/>
            </a:ln>
          </c:spPr>
          <c:invertIfNegative val="0"/>
          <c:dPt>
            <c:idx val="0"/>
            <c:invertIfNegative val="0"/>
            <c:bubble3D val="0"/>
            <c:spPr>
              <a:solidFill>
                <a:srgbClr val="003366"/>
              </a:solidFill>
            </c:spPr>
            <c:extLst>
              <c:ext xmlns:c16="http://schemas.microsoft.com/office/drawing/2014/chart" uri="{C3380CC4-5D6E-409C-BE32-E72D297353CC}">
                <c16:uniqueId val="{00000001-8FDB-40C9-8981-FC0A05E7207D}"/>
              </c:ext>
            </c:extLst>
          </c:dPt>
          <c:dPt>
            <c:idx val="1"/>
            <c:invertIfNegative val="0"/>
            <c:bubble3D val="0"/>
            <c:spPr>
              <a:solidFill>
                <a:srgbClr val="C00000"/>
              </a:solidFill>
            </c:spPr>
            <c:extLst>
              <c:ext xmlns:c16="http://schemas.microsoft.com/office/drawing/2014/chart" uri="{C3380CC4-5D6E-409C-BE32-E72D297353CC}">
                <c16:uniqueId val="{00000003-8FDB-40C9-8981-FC0A05E7207D}"/>
              </c:ext>
            </c:extLst>
          </c:dPt>
          <c:dLbls>
            <c:numFmt formatCode="0.0" sourceLinked="0"/>
            <c:spPr>
              <a:noFill/>
              <a:ln>
                <a:noFill/>
              </a:ln>
              <a:effectLst/>
            </c:spPr>
            <c:txPr>
              <a:bodyPr anchorCtr="1"/>
              <a:lstStyle/>
              <a:p>
                <a:pPr>
                  <a:defRPr sz="2025" b="1">
                    <a:solidFill>
                      <a:srgbClr val="003366"/>
                    </a:solidFill>
                    <a:latin typeface="Lato"/>
                    <a:ea typeface="Lato"/>
                    <a:cs typeface="La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Có báo khói
và hoạt động</c:v>
                </c:pt>
                <c:pt idx="1">
                  <c:v>Không có hoặc
không hoạt động</c:v>
                </c:pt>
              </c:strCache>
            </c:strRef>
          </c:cat>
          <c:val>
            <c:numRef>
              <c:f>'Chart Data'!$B$2:$B$3</c:f>
              <c:numCache>
                <c:formatCode>0.0</c:formatCode>
                <c:ptCount val="2"/>
                <c:pt idx="0">
                  <c:v>5.8</c:v>
                </c:pt>
                <c:pt idx="1">
                  <c:v>14.4</c:v>
                </c:pt>
              </c:numCache>
            </c:numRef>
          </c:val>
          <c:extLst>
            <c:ext xmlns:c16="http://schemas.microsoft.com/office/drawing/2014/chart" uri="{C3380CC4-5D6E-409C-BE32-E72D297353CC}">
              <c16:uniqueId val="{00000004-8FDB-40C9-8981-FC0A05E7207D}"/>
            </c:ext>
          </c:extLst>
        </c:ser>
        <c:dLbls>
          <c:dLblPos val="outEnd"/>
          <c:showLegendKey val="0"/>
          <c:showVal val="1"/>
          <c:showCatName val="0"/>
          <c:showSerName val="0"/>
          <c:showPercent val="0"/>
          <c:showBubbleSize val="0"/>
        </c:dLbls>
        <c:gapWidth val="13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BDCAD7"/>
            </a:solidFill>
          </a:ln>
        </c:spPr>
        <c:txPr>
          <a:bodyPr anchorCtr="1"/>
          <a:lstStyle/>
          <a:p>
            <a:pPr>
              <a:defRPr sz="1425">
                <a:solidFill>
                  <a:srgbClr val="003366"/>
                </a:solidFill>
                <a:latin typeface="Lato"/>
                <a:ea typeface="Lato"/>
                <a:cs typeface="Lato"/>
              </a:defRPr>
            </a:pPr>
            <a:endParaRPr lang="en-US"/>
          </a:p>
        </c:txPr>
        <c:crossAx val="48672768"/>
        <c:crosses val="autoZero"/>
        <c:auto val="1"/>
        <c:lblAlgn val="ctr"/>
        <c:lblOffset val="100"/>
        <c:noMultiLvlLbl val="1"/>
      </c:catAx>
      <c:valAx>
        <c:axId val="48672768"/>
        <c:scaling>
          <c:orientation val="minMax"/>
          <c:max val="16"/>
          <c:min val="0"/>
        </c:scaling>
        <c:delete val="0"/>
        <c:axPos val="l"/>
        <c:majorGridlines>
          <c:spPr>
            <a:ln w="9525">
              <a:solidFill>
                <a:srgbClr val="DCE3EB"/>
              </a:solidFill>
            </a:ln>
          </c:spPr>
        </c:majorGridlines>
        <c:numFmt formatCode="0.0" sourceLinked="1"/>
        <c:majorTickMark val="none"/>
        <c:minorTickMark val="none"/>
        <c:tickLblPos val="nextTo"/>
        <c:spPr>
          <a:ln w="0">
            <a:noFill/>
          </a:ln>
        </c:spPr>
        <c:txPr>
          <a:bodyPr anchorCtr="1"/>
          <a:lstStyle/>
          <a:p>
            <a:pPr>
              <a:defRPr sz="1350">
                <a:solidFill>
                  <a:srgbClr val="003366"/>
                </a:solidFill>
                <a:latin typeface="Lato"/>
                <a:ea typeface="Lato"/>
                <a:cs typeface="Lato"/>
              </a:defRPr>
            </a:pPr>
            <a:endParaRPr lang="en-US"/>
          </a:p>
        </c:txPr>
        <c:crossAx val="48650112"/>
        <c:crosses val="autoZero"/>
        <c:crossBetween val="between"/>
        <c:majorUnit val="4"/>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GỢI Ý: 15 giây</a:t>
            </a:r>
          </a:p>
          <a:p>
            <a:endParaRPr/>
          </a:p>
          <a:p>
            <a:r>
              <a:t>Nhóm trình bày phương án hệ thống IoT giám sát và cảnh báo nguy cơ trong nhà trọ cho thuê. Nội dung tập trung vào bài toán, các quyết định thiết kế, luồng xử lý và phân công triển khai nguyên mẫu.</a:t>
            </a:r>
          </a:p>
          <a:p>
            <a:endParaRPr/>
          </a:p>
          <a:p>
            <a:r>
              <a:t>Nguồn nội dung: C:\Users\ThinkPad\Documents\demo.docx — tổng quan bài toán.</a:t>
            </a:r>
          </a:p>
          <a:p>
            <a:r>
              <a:t>Mẫu trình bày: D:/Dowload-web/[SLIDE]_Đào Bá Khánh_ĐATN_Thiết kế, triển khai hệ thống IOT phát hiện và cảnh báo mất trộm, tai nạn xe máy.pptx.</a:t>
            </a:r>
          </a:p>
          <a:p>
            <a:r>
              <a:t>Báo cáo phân tích và thiết kế, không coi sơ đồ đề xuất là bằng chứng kiểm thử hoàn chỉnh.</a:t>
            </a:r>
          </a:p>
          <a:p>
            <a:r>
              <a:t>Các điều chỉnh Telegram và phạm vi quyền theo trao đổi chốt thiết kế với nhóm ngày 27/10/2026.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GỢI Ý: 25 giây</a:t>
            </a:r>
          </a:p>
          <a:p>
            <a:endParaRPr/>
          </a:p>
          <a:p>
            <a:r>
              <a:t>Nhóm chia bài trình bày thành bốn phần. Thành viên 1 trình bày bài toán và phần cứng, thành viên 2 trình bày kiến trúc và backend, thành viên 3 trình bày cảnh báo và bảo mật, thành viên 4 trình bày tích hợp và tổng kết. Các phần dùng số lớn 1 đến 4, bên trong đánh số mục con như 1.1 hoặc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GỢI Ý: 95 giây</a:t>
            </a:r>
          </a:p>
          <a:p>
            <a:endParaRPr/>
          </a:p>
          <a:p>
            <a:r>
              <a:t>Phần 1, người trình bày: Thành viên 1.</a:t>
            </a:r>
          </a:p>
          <a:p>
            <a:endParaRPr/>
          </a:p>
          <a:p>
            <a:r>
              <a:t>Bối cảnh là nhà trọ cho thuê. Quên tắt bếp, chập điện hoặc rò rỉ gas có thể dẫn đến nguy cơ cháy. Vấn đề nhóm giải quyết là người thuê phát hiện bất thường muộn, còn chủ trọ khi vắng mặt khó biết khu vực nào đang có cảnh báo. Hệ thống vì vậy cần hai cách tiếp cận: đèn và còi để người ở tại phòng nhận biết, đồng thời chuyển thông tin đến điện thoại của người thuê và chủ trọ. Phạm vi mô hình gồm hai phòng tương ứng hai node, giúp xác định đúng vị trí phát sinh sự cố.</a:t>
            </a:r>
          </a:p>
          <a:p>
            <a:endParaRPr/>
          </a:p>
          <a:p>
            <a:r>
              <a:t>Nguồn nội dung: C:\Users\ThinkPad\Documents\demo.docx — Bài toán và đối tượng sử dụng.</a:t>
            </a:r>
          </a:p>
          <a:p>
            <a:r>
              <a:t>Mẫu trình bày: D:/Dowload-web/[SLIDE]_Đào Bá Khánh_ĐATN_Thiết kế, triển khai hệ thống IOT phát hiện và cảnh báo mất trộm, tai nạn xe máy.pptx.</a:t>
            </a:r>
          </a:p>
          <a:p>
            <a:r>
              <a:t>Báo cáo phân tích và thiết kế, không coi sơ đồ đề xuất là bằng chứng kiểm thử hoàn chỉnh.</a:t>
            </a:r>
          </a:p>
          <a:p>
            <a:r>
              <a:t>Các điều chỉnh Telegram và phạm vi quyền theo trao đổi chốt thiết kế với nhóm ngày 27/10/2026.</a:t>
            </a:r>
          </a:p>
          <a:p>
            <a:endParaRPr/>
          </a:p>
          <a:p>
            <a:r>
              <a:t>Hai biểu đồ có mẫu số khác nhau. Bên trái là tỷ trọng trong tổng số người tử vong dân sự do cháy nhà ở. Bên phải là số người tử vong trên 1.000 vụ cháy nhà ở được báo cáo. Vì vậy không so trực tiếp phần trăm với 5,8 và 14,4. Dữ liệu là ước tính bình quân năm 2018–2022 tại Hoa Kỳ. Báo cáo nghiên cứu thiết bị báo khói (smoke alarms), không đánh giá nguyên mẫu ESP8266/MQ-2 của nhóm.</a:t>
            </a:r>
          </a:p>
          <a:p>
            <a:endParaRPr/>
          </a:p>
          <a:p>
            <a:r>
              <a:t>59% là 43% cộng 16%, thuộc nhóm không có báo khói hoặc có nhưng không hoạt động. Khoảng 60% là chênh lệch tương đối của hai tỷ lệ: (14,4 - 5,8) / 14,4 ≈ 59,7%. Bốn tỷ trọng giữ nguyên 43%, 16%, 41%, 1% nên tổng 101% do làm tròn; không chuẩn hóa về 100%. Nhóm “cháy quá nhỏ” có báo khói nhưng đám cháy không đủ để kích hoạt.</a:t>
            </a:r>
          </a:p>
          <a:p>
            <a:endParaRPr/>
          </a:p>
          <a:p>
            <a:r>
              <a:t>Nguồn đã đối chiếu: NFPA, Smoke Alarms in US Home Fires: Supporting Tables, June 2024, Tucker McGree, Table 1, trang in số 3 (PDF trang 4): https://content.nfpa.org/-/media/Project/Storefront/Catalog/Files/Research/NFPA-Research/Detection-and-signaling/ossmokealarmstables.pdf?hash=B1692E10B4D491C55E998EBB34EF9D44&amp;rev=75c58d54c9af4c628d7d338aefa44ad3</a:t>
            </a:r>
          </a:p>
          <a:p>
            <a:endParaRPr/>
          </a:p>
          <a:p>
            <a:r>
              <a:t>Dữ liệu và cách nhóm lấy từ hai biểu đồ người dùng cung cấp. Mẫu trình bày, font Lato và logo PTIT theo bộ slide hiện tại.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THỜI LƯỢNG GỢI Ý: 70 </a:t>
            </a:r>
            <a:r>
              <a:rPr dirty="0" err="1"/>
              <a:t>giây</a:t>
            </a:r>
            <a:endParaRPr dirty="0"/>
          </a:p>
          <a:p>
            <a:endParaRPr dirty="0"/>
          </a:p>
          <a:p>
            <a:r>
              <a:rPr dirty="0" err="1"/>
              <a:t>Phần</a:t>
            </a:r>
            <a:r>
              <a:rPr dirty="0"/>
              <a:t> 1, </a:t>
            </a:r>
            <a:r>
              <a:rPr dirty="0" err="1"/>
              <a:t>người</a:t>
            </a:r>
            <a:r>
              <a:rPr dirty="0"/>
              <a:t> </a:t>
            </a:r>
            <a:r>
              <a:rPr dirty="0" err="1"/>
              <a:t>trình</a:t>
            </a:r>
            <a:r>
              <a:rPr dirty="0"/>
              <a:t> </a:t>
            </a:r>
            <a:r>
              <a:rPr dirty="0" err="1"/>
              <a:t>bày</a:t>
            </a:r>
            <a:r>
              <a:rPr dirty="0"/>
              <a:t>: </a:t>
            </a:r>
            <a:r>
              <a:rPr dirty="0" err="1"/>
              <a:t>Thành</a:t>
            </a:r>
            <a:r>
              <a:rPr dirty="0"/>
              <a:t> </a:t>
            </a:r>
            <a:r>
              <a:rPr dirty="0" err="1"/>
              <a:t>viên</a:t>
            </a:r>
            <a:r>
              <a:rPr dirty="0"/>
              <a:t> 1.</a:t>
            </a:r>
          </a:p>
          <a:p>
            <a:endParaRPr dirty="0"/>
          </a:p>
          <a:p>
            <a:r>
              <a:rPr dirty="0" err="1"/>
              <a:t>Đây</a:t>
            </a:r>
            <a:r>
              <a:rPr dirty="0"/>
              <a:t> </a:t>
            </a:r>
            <a:r>
              <a:rPr dirty="0" err="1"/>
              <a:t>là</a:t>
            </a:r>
            <a:r>
              <a:rPr dirty="0"/>
              <a:t> </a:t>
            </a:r>
            <a:r>
              <a:rPr dirty="0" err="1"/>
              <a:t>sơ</a:t>
            </a:r>
            <a:r>
              <a:rPr dirty="0"/>
              <a:t> </a:t>
            </a:r>
            <a:r>
              <a:rPr dirty="0" err="1"/>
              <a:t>đồ</a:t>
            </a:r>
            <a:r>
              <a:rPr dirty="0"/>
              <a:t> </a:t>
            </a:r>
            <a:r>
              <a:rPr dirty="0" err="1"/>
              <a:t>khối</a:t>
            </a:r>
            <a:r>
              <a:rPr dirty="0"/>
              <a:t> </a:t>
            </a:r>
            <a:r>
              <a:rPr dirty="0" err="1"/>
              <a:t>một</a:t>
            </a:r>
            <a:r>
              <a:rPr dirty="0"/>
              <a:t> node, </a:t>
            </a:r>
            <a:r>
              <a:rPr dirty="0" err="1"/>
              <a:t>được</a:t>
            </a:r>
            <a:r>
              <a:rPr dirty="0"/>
              <a:t> </a:t>
            </a:r>
            <a:r>
              <a:rPr dirty="0" err="1"/>
              <a:t>lặp</a:t>
            </a:r>
            <a:r>
              <a:rPr dirty="0"/>
              <a:t> </a:t>
            </a:r>
            <a:r>
              <a:rPr dirty="0" err="1"/>
              <a:t>lại</a:t>
            </a:r>
            <a:r>
              <a:rPr dirty="0"/>
              <a:t> </a:t>
            </a:r>
            <a:r>
              <a:rPr dirty="0" err="1"/>
              <a:t>cho</a:t>
            </a:r>
            <a:r>
              <a:rPr dirty="0"/>
              <a:t> </a:t>
            </a:r>
            <a:r>
              <a:rPr dirty="0" err="1"/>
              <a:t>hai</a:t>
            </a:r>
            <a:r>
              <a:rPr dirty="0"/>
              <a:t> </a:t>
            </a:r>
            <a:r>
              <a:rPr dirty="0" err="1"/>
              <a:t>phòng</a:t>
            </a:r>
            <a:r>
              <a:rPr dirty="0"/>
              <a:t>. ESP8266 </a:t>
            </a:r>
            <a:r>
              <a:rPr dirty="0" err="1"/>
              <a:t>phù</a:t>
            </a:r>
            <a:r>
              <a:rPr dirty="0"/>
              <a:t> </a:t>
            </a:r>
            <a:r>
              <a:rPr dirty="0" err="1"/>
              <a:t>hợp</a:t>
            </a:r>
            <a:r>
              <a:rPr dirty="0"/>
              <a:t> </a:t>
            </a:r>
            <a:r>
              <a:rPr dirty="0" err="1"/>
              <a:t>nguyên</a:t>
            </a:r>
            <a:r>
              <a:rPr dirty="0"/>
              <a:t> </a:t>
            </a:r>
            <a:r>
              <a:rPr dirty="0" err="1"/>
              <a:t>mẫu</a:t>
            </a:r>
            <a:r>
              <a:rPr dirty="0"/>
              <a:t> </a:t>
            </a:r>
            <a:r>
              <a:rPr dirty="0" err="1"/>
              <a:t>nhờ</a:t>
            </a:r>
            <a:r>
              <a:rPr dirty="0"/>
              <a:t> Wi-Fi </a:t>
            </a:r>
            <a:r>
              <a:rPr dirty="0" err="1"/>
              <a:t>và</a:t>
            </a:r>
            <a:r>
              <a:rPr dirty="0"/>
              <a:t> </a:t>
            </a:r>
            <a:r>
              <a:rPr dirty="0" err="1"/>
              <a:t>các</a:t>
            </a:r>
            <a:r>
              <a:rPr dirty="0"/>
              <a:t> </a:t>
            </a:r>
            <a:r>
              <a:rPr dirty="0" err="1"/>
              <a:t>chân</a:t>
            </a:r>
            <a:r>
              <a:rPr dirty="0"/>
              <a:t> </a:t>
            </a:r>
            <a:r>
              <a:rPr dirty="0" err="1"/>
              <a:t>giao</a:t>
            </a:r>
            <a:r>
              <a:rPr dirty="0"/>
              <a:t> </a:t>
            </a:r>
            <a:r>
              <a:rPr dirty="0" err="1"/>
              <a:t>tiếp</a:t>
            </a:r>
            <a:r>
              <a:rPr dirty="0"/>
              <a:t>. MQ-2 </a:t>
            </a:r>
            <a:r>
              <a:rPr dirty="0" err="1"/>
              <a:t>cung</a:t>
            </a:r>
            <a:r>
              <a:rPr dirty="0"/>
              <a:t> </a:t>
            </a:r>
            <a:r>
              <a:rPr dirty="0" err="1"/>
              <a:t>cấp</a:t>
            </a:r>
            <a:r>
              <a:rPr dirty="0"/>
              <a:t> </a:t>
            </a:r>
            <a:r>
              <a:rPr dirty="0" err="1"/>
              <a:t>dấu</a:t>
            </a:r>
            <a:r>
              <a:rPr dirty="0"/>
              <a:t> </a:t>
            </a:r>
            <a:r>
              <a:rPr dirty="0" err="1"/>
              <a:t>hiệu</a:t>
            </a:r>
            <a:r>
              <a:rPr dirty="0"/>
              <a:t> </a:t>
            </a:r>
            <a:r>
              <a:rPr dirty="0" err="1"/>
              <a:t>khí</a:t>
            </a:r>
            <a:r>
              <a:rPr dirty="0"/>
              <a:t> </a:t>
            </a:r>
            <a:r>
              <a:rPr dirty="0" err="1"/>
              <a:t>hoặc</a:t>
            </a:r>
            <a:r>
              <a:rPr dirty="0"/>
              <a:t> </a:t>
            </a:r>
            <a:r>
              <a:rPr dirty="0" err="1"/>
              <a:t>khói</a:t>
            </a:r>
            <a:r>
              <a:rPr dirty="0"/>
              <a:t>, DS18B20 </a:t>
            </a:r>
            <a:r>
              <a:rPr dirty="0" err="1"/>
              <a:t>đo</a:t>
            </a:r>
            <a:r>
              <a:rPr dirty="0"/>
              <a:t> </a:t>
            </a:r>
            <a:r>
              <a:rPr dirty="0" err="1"/>
              <a:t>nhiệt</a:t>
            </a:r>
            <a:r>
              <a:rPr dirty="0"/>
              <a:t> </a:t>
            </a:r>
            <a:r>
              <a:rPr dirty="0" err="1"/>
              <a:t>độ</a:t>
            </a:r>
            <a:r>
              <a:rPr dirty="0"/>
              <a:t>, </a:t>
            </a:r>
            <a:r>
              <a:rPr dirty="0" err="1"/>
              <a:t>còn</a:t>
            </a:r>
            <a:r>
              <a:rPr dirty="0"/>
              <a:t> module </a:t>
            </a:r>
            <a:r>
              <a:rPr dirty="0" err="1"/>
              <a:t>hồng</a:t>
            </a:r>
            <a:r>
              <a:rPr dirty="0"/>
              <a:t> </a:t>
            </a:r>
            <a:r>
              <a:rPr dirty="0" err="1"/>
              <a:t>ngoại</a:t>
            </a:r>
            <a:r>
              <a:rPr dirty="0"/>
              <a:t> </a:t>
            </a:r>
            <a:r>
              <a:rPr dirty="0" err="1"/>
              <a:t>nhận</a:t>
            </a:r>
            <a:r>
              <a:rPr dirty="0"/>
              <a:t> </a:t>
            </a:r>
            <a:r>
              <a:rPr dirty="0" err="1"/>
              <a:t>biết</a:t>
            </a:r>
            <a:r>
              <a:rPr dirty="0"/>
              <a:t> </a:t>
            </a:r>
            <a:r>
              <a:rPr dirty="0" err="1"/>
              <a:t>tín</a:t>
            </a:r>
            <a:r>
              <a:rPr dirty="0"/>
              <a:t> </a:t>
            </a:r>
            <a:r>
              <a:rPr dirty="0" err="1"/>
              <a:t>hiệu</a:t>
            </a:r>
            <a:r>
              <a:rPr dirty="0"/>
              <a:t> </a:t>
            </a:r>
            <a:r>
              <a:rPr dirty="0" err="1"/>
              <a:t>quang</a:t>
            </a:r>
            <a:r>
              <a:rPr dirty="0"/>
              <a:t> </a:t>
            </a:r>
            <a:r>
              <a:rPr dirty="0" err="1"/>
              <a:t>liên</a:t>
            </a:r>
            <a:r>
              <a:rPr dirty="0"/>
              <a:t> </a:t>
            </a:r>
            <a:r>
              <a:rPr dirty="0" err="1"/>
              <a:t>quan</a:t>
            </a:r>
            <a:r>
              <a:rPr dirty="0"/>
              <a:t> </a:t>
            </a:r>
            <a:r>
              <a:rPr dirty="0" err="1"/>
              <a:t>đến</a:t>
            </a:r>
            <a:r>
              <a:rPr dirty="0"/>
              <a:t> </a:t>
            </a:r>
            <a:r>
              <a:rPr dirty="0" err="1"/>
              <a:t>ngọn</a:t>
            </a:r>
            <a:r>
              <a:rPr dirty="0"/>
              <a:t> </a:t>
            </a:r>
            <a:r>
              <a:rPr dirty="0" err="1"/>
              <a:t>lửa</a:t>
            </a:r>
            <a:r>
              <a:rPr dirty="0"/>
              <a:t> </a:t>
            </a:r>
            <a:r>
              <a:rPr dirty="0" err="1"/>
              <a:t>trong</a:t>
            </a:r>
            <a:r>
              <a:rPr dirty="0"/>
              <a:t> </a:t>
            </a:r>
            <a:r>
              <a:rPr dirty="0" err="1"/>
              <a:t>hướng</a:t>
            </a:r>
            <a:r>
              <a:rPr dirty="0"/>
              <a:t> </a:t>
            </a:r>
            <a:r>
              <a:rPr dirty="0" err="1"/>
              <a:t>quan</a:t>
            </a:r>
            <a:r>
              <a:rPr dirty="0"/>
              <a:t> </a:t>
            </a:r>
            <a:r>
              <a:rPr dirty="0" err="1"/>
              <a:t>sát</a:t>
            </a:r>
            <a:r>
              <a:rPr dirty="0"/>
              <a:t>. </a:t>
            </a:r>
            <a:r>
              <a:rPr dirty="0" err="1"/>
              <a:t>Đèn</a:t>
            </a:r>
            <a:r>
              <a:rPr dirty="0"/>
              <a:t> RGB </a:t>
            </a:r>
            <a:r>
              <a:rPr dirty="0" err="1"/>
              <a:t>và</a:t>
            </a:r>
            <a:r>
              <a:rPr dirty="0"/>
              <a:t> module </a:t>
            </a:r>
            <a:r>
              <a:rPr dirty="0" err="1"/>
              <a:t>còi</a:t>
            </a:r>
            <a:r>
              <a:rPr dirty="0"/>
              <a:t> </a:t>
            </a:r>
            <a:r>
              <a:rPr dirty="0" err="1"/>
              <a:t>phản</a:t>
            </a:r>
            <a:r>
              <a:rPr dirty="0"/>
              <a:t> </a:t>
            </a:r>
            <a:r>
              <a:rPr dirty="0" err="1"/>
              <a:t>hồi</a:t>
            </a:r>
            <a:r>
              <a:rPr dirty="0"/>
              <a:t> </a:t>
            </a:r>
            <a:r>
              <a:rPr dirty="0" err="1"/>
              <a:t>ngay</a:t>
            </a:r>
            <a:r>
              <a:rPr dirty="0"/>
              <a:t> </a:t>
            </a:r>
            <a:r>
              <a:rPr dirty="0" err="1"/>
              <a:t>tại</a:t>
            </a:r>
            <a:r>
              <a:rPr dirty="0"/>
              <a:t> </a:t>
            </a:r>
            <a:r>
              <a:rPr dirty="0" err="1"/>
              <a:t>phòng</a:t>
            </a:r>
            <a:r>
              <a:rPr dirty="0"/>
              <a:t>. DS18B20 </a:t>
            </a:r>
            <a:r>
              <a:rPr dirty="0" err="1"/>
              <a:t>cần</a:t>
            </a:r>
            <a:r>
              <a:rPr dirty="0"/>
              <a:t> </a:t>
            </a:r>
            <a:r>
              <a:rPr dirty="0" err="1"/>
              <a:t>điện</a:t>
            </a:r>
            <a:r>
              <a:rPr dirty="0"/>
              <a:t> </a:t>
            </a:r>
            <a:r>
              <a:rPr dirty="0" err="1"/>
              <a:t>trở</a:t>
            </a:r>
            <a:r>
              <a:rPr dirty="0"/>
              <a:t> </a:t>
            </a:r>
            <a:r>
              <a:rPr dirty="0" err="1"/>
              <a:t>kéo</a:t>
            </a:r>
            <a:r>
              <a:rPr dirty="0"/>
              <a:t> DATA </a:t>
            </a:r>
            <a:r>
              <a:rPr dirty="0" err="1"/>
              <a:t>lên</a:t>
            </a:r>
            <a:r>
              <a:rPr dirty="0"/>
              <a:t> 3,3 V. </a:t>
            </a:r>
            <a:r>
              <a:rPr dirty="0" err="1"/>
              <a:t>Mỗi</a:t>
            </a:r>
            <a:r>
              <a:rPr dirty="0"/>
              <a:t> </a:t>
            </a:r>
            <a:r>
              <a:rPr dirty="0" err="1"/>
              <a:t>nhánh</a:t>
            </a:r>
            <a:r>
              <a:rPr dirty="0"/>
              <a:t> RGB </a:t>
            </a:r>
            <a:r>
              <a:rPr dirty="0" err="1"/>
              <a:t>có</a:t>
            </a:r>
            <a:r>
              <a:rPr dirty="0"/>
              <a:t> </a:t>
            </a:r>
            <a:r>
              <a:rPr dirty="0" err="1"/>
              <a:t>điện</a:t>
            </a:r>
            <a:r>
              <a:rPr dirty="0"/>
              <a:t> </a:t>
            </a:r>
            <a:r>
              <a:rPr dirty="0" err="1"/>
              <a:t>trở</a:t>
            </a:r>
            <a:r>
              <a:rPr dirty="0"/>
              <a:t> 330 </a:t>
            </a:r>
            <a:r>
              <a:rPr dirty="0" err="1"/>
              <a:t>ôm</a:t>
            </a:r>
            <a:r>
              <a:rPr dirty="0"/>
              <a:t> </a:t>
            </a:r>
            <a:r>
              <a:rPr dirty="0" err="1"/>
              <a:t>riêng</a:t>
            </a:r>
            <a:r>
              <a:rPr dirty="0"/>
              <a:t>. </a:t>
            </a:r>
            <a:r>
              <a:rPr dirty="0" err="1"/>
              <a:t>Bộ</a:t>
            </a:r>
            <a:r>
              <a:rPr dirty="0"/>
              <a:t> 47 </a:t>
            </a:r>
            <a:r>
              <a:rPr dirty="0" err="1"/>
              <a:t>và</a:t>
            </a:r>
            <a:r>
              <a:rPr dirty="0"/>
              <a:t> 10 </a:t>
            </a:r>
            <a:r>
              <a:rPr dirty="0" err="1"/>
              <a:t>kiloôm</a:t>
            </a:r>
            <a:r>
              <a:rPr dirty="0"/>
              <a:t> </a:t>
            </a:r>
            <a:r>
              <a:rPr dirty="0" err="1"/>
              <a:t>là</a:t>
            </a:r>
            <a:r>
              <a:rPr dirty="0"/>
              <a:t> </a:t>
            </a:r>
            <a:r>
              <a:rPr dirty="0" err="1"/>
              <a:t>phương</a:t>
            </a:r>
            <a:r>
              <a:rPr dirty="0"/>
              <a:t> </a:t>
            </a:r>
            <a:r>
              <a:rPr dirty="0" err="1"/>
              <a:t>án</a:t>
            </a:r>
            <a:r>
              <a:rPr dirty="0"/>
              <a:t> chia </a:t>
            </a:r>
            <a:r>
              <a:rPr dirty="0" err="1"/>
              <a:t>áp</a:t>
            </a:r>
            <a:r>
              <a:rPr dirty="0"/>
              <a:t> AO </a:t>
            </a:r>
            <a:r>
              <a:rPr dirty="0" err="1"/>
              <a:t>của</a:t>
            </a:r>
            <a:r>
              <a:rPr dirty="0"/>
              <a:t> MQ-2 </a:t>
            </a:r>
            <a:r>
              <a:rPr dirty="0" err="1"/>
              <a:t>và</a:t>
            </a:r>
            <a:r>
              <a:rPr dirty="0"/>
              <a:t> </a:t>
            </a:r>
            <a:r>
              <a:rPr dirty="0" err="1"/>
              <a:t>phải</a:t>
            </a:r>
            <a:r>
              <a:rPr dirty="0"/>
              <a:t> </a:t>
            </a:r>
            <a:r>
              <a:rPr dirty="0" err="1"/>
              <a:t>đối</a:t>
            </a:r>
            <a:r>
              <a:rPr dirty="0"/>
              <a:t> </a:t>
            </a:r>
            <a:r>
              <a:rPr dirty="0" err="1"/>
              <a:t>chiếu</a:t>
            </a:r>
            <a:r>
              <a:rPr dirty="0"/>
              <a:t> </a:t>
            </a:r>
            <a:r>
              <a:rPr dirty="0" err="1"/>
              <a:t>giới</a:t>
            </a:r>
            <a:r>
              <a:rPr dirty="0"/>
              <a:t> </a:t>
            </a:r>
            <a:r>
              <a:rPr dirty="0" err="1"/>
              <a:t>hạn</a:t>
            </a:r>
            <a:r>
              <a:rPr dirty="0"/>
              <a:t> A0 </a:t>
            </a:r>
            <a:r>
              <a:rPr dirty="0" err="1"/>
              <a:t>của</a:t>
            </a:r>
            <a:r>
              <a:rPr dirty="0"/>
              <a:t> </a:t>
            </a:r>
            <a:r>
              <a:rPr dirty="0" err="1"/>
              <a:t>đúng</a:t>
            </a:r>
            <a:r>
              <a:rPr dirty="0"/>
              <a:t> board </a:t>
            </a:r>
            <a:r>
              <a:rPr dirty="0" err="1"/>
              <a:t>trước</a:t>
            </a:r>
            <a:r>
              <a:rPr dirty="0"/>
              <a:t> </a:t>
            </a:r>
            <a:r>
              <a:rPr dirty="0" err="1"/>
              <a:t>khi</a:t>
            </a:r>
            <a:r>
              <a:rPr dirty="0"/>
              <a:t> </a:t>
            </a:r>
            <a:r>
              <a:rPr dirty="0" err="1"/>
              <a:t>đấu</a:t>
            </a:r>
            <a:r>
              <a:rPr dirty="0"/>
              <a:t>. </a:t>
            </a:r>
            <a:r>
              <a:rPr dirty="0" err="1"/>
              <a:t>Nguồn</a:t>
            </a:r>
            <a:r>
              <a:rPr dirty="0"/>
              <a:t> USB 5 V </a:t>
            </a:r>
            <a:r>
              <a:rPr dirty="0" err="1"/>
              <a:t>cấp</a:t>
            </a:r>
            <a:r>
              <a:rPr dirty="0"/>
              <a:t> </a:t>
            </a:r>
            <a:r>
              <a:rPr dirty="0" err="1"/>
              <a:t>cho</a:t>
            </a:r>
            <a:r>
              <a:rPr dirty="0"/>
              <a:t> node </a:t>
            </a:r>
            <a:r>
              <a:rPr dirty="0" err="1"/>
              <a:t>không</a:t>
            </a:r>
            <a:r>
              <a:rPr dirty="0"/>
              <a:t> </a:t>
            </a:r>
            <a:r>
              <a:rPr dirty="0" err="1"/>
              <a:t>có</a:t>
            </a:r>
            <a:r>
              <a:rPr dirty="0"/>
              <a:t> </a:t>
            </a:r>
            <a:r>
              <a:rPr dirty="0" err="1"/>
              <a:t>nghĩa</a:t>
            </a:r>
            <a:r>
              <a:rPr dirty="0"/>
              <a:t> </a:t>
            </a:r>
            <a:r>
              <a:rPr dirty="0" err="1"/>
              <a:t>mọi</a:t>
            </a:r>
            <a:r>
              <a:rPr dirty="0"/>
              <a:t> </a:t>
            </a:r>
            <a:r>
              <a:rPr dirty="0" err="1"/>
              <a:t>chân</a:t>
            </a:r>
            <a:r>
              <a:rPr dirty="0"/>
              <a:t> </a:t>
            </a:r>
            <a:r>
              <a:rPr dirty="0" err="1"/>
              <a:t>tín</a:t>
            </a:r>
            <a:r>
              <a:rPr dirty="0"/>
              <a:t> </a:t>
            </a:r>
            <a:r>
              <a:rPr dirty="0" err="1"/>
              <a:t>hiệu</a:t>
            </a:r>
            <a:r>
              <a:rPr dirty="0"/>
              <a:t> </a:t>
            </a:r>
            <a:r>
              <a:rPr dirty="0" err="1"/>
              <a:t>chịu</a:t>
            </a:r>
            <a:r>
              <a:rPr dirty="0"/>
              <a:t> 5 V. </a:t>
            </a:r>
            <a:r>
              <a:rPr dirty="0" err="1"/>
              <a:t>Xanh</a:t>
            </a:r>
            <a:r>
              <a:rPr dirty="0"/>
              <a:t> </a:t>
            </a:r>
            <a:r>
              <a:rPr dirty="0" err="1"/>
              <a:t>biểu</a:t>
            </a:r>
            <a:r>
              <a:rPr dirty="0"/>
              <a:t> </a:t>
            </a:r>
            <a:r>
              <a:rPr dirty="0" err="1"/>
              <a:t>thị</a:t>
            </a:r>
            <a:r>
              <a:rPr dirty="0"/>
              <a:t> </a:t>
            </a:r>
            <a:r>
              <a:rPr dirty="0" err="1"/>
              <a:t>dữ</a:t>
            </a:r>
            <a:r>
              <a:rPr dirty="0"/>
              <a:t> </a:t>
            </a:r>
            <a:r>
              <a:rPr dirty="0" err="1"/>
              <a:t>liệu</a:t>
            </a:r>
            <a:r>
              <a:rPr dirty="0"/>
              <a:t> </a:t>
            </a:r>
            <a:r>
              <a:rPr dirty="0" err="1"/>
              <a:t>hợp</a:t>
            </a:r>
            <a:r>
              <a:rPr dirty="0"/>
              <a:t> </a:t>
            </a:r>
            <a:r>
              <a:rPr dirty="0" err="1"/>
              <a:t>lệ</a:t>
            </a:r>
            <a:r>
              <a:rPr dirty="0"/>
              <a:t>, </a:t>
            </a:r>
            <a:r>
              <a:rPr dirty="0" err="1"/>
              <a:t>đỏ</a:t>
            </a:r>
            <a:r>
              <a:rPr dirty="0"/>
              <a:t> </a:t>
            </a:r>
            <a:r>
              <a:rPr dirty="0" err="1"/>
              <a:t>nhấp</a:t>
            </a:r>
            <a:r>
              <a:rPr dirty="0"/>
              <a:t> </a:t>
            </a:r>
            <a:r>
              <a:rPr dirty="0" err="1"/>
              <a:t>nháy</a:t>
            </a:r>
            <a:r>
              <a:rPr dirty="0"/>
              <a:t> </a:t>
            </a:r>
            <a:r>
              <a:rPr dirty="0" err="1"/>
              <a:t>và</a:t>
            </a:r>
            <a:r>
              <a:rPr dirty="0"/>
              <a:t> </a:t>
            </a:r>
            <a:r>
              <a:rPr dirty="0" err="1"/>
              <a:t>còi</a:t>
            </a:r>
            <a:r>
              <a:rPr dirty="0"/>
              <a:t> </a:t>
            </a:r>
            <a:r>
              <a:rPr dirty="0" err="1"/>
              <a:t>biểu</a:t>
            </a:r>
            <a:r>
              <a:rPr dirty="0"/>
              <a:t> </a:t>
            </a:r>
            <a:r>
              <a:rPr dirty="0" err="1"/>
              <a:t>thị</a:t>
            </a:r>
            <a:r>
              <a:rPr dirty="0"/>
              <a:t> </a:t>
            </a:r>
            <a:r>
              <a:rPr dirty="0" err="1"/>
              <a:t>nguy</a:t>
            </a:r>
            <a:r>
              <a:rPr dirty="0"/>
              <a:t> </a:t>
            </a:r>
            <a:r>
              <a:rPr dirty="0" err="1"/>
              <a:t>hiểm</a:t>
            </a:r>
            <a:r>
              <a:rPr dirty="0"/>
              <a:t>, </a:t>
            </a:r>
            <a:r>
              <a:rPr dirty="0" err="1"/>
              <a:t>vàng</a:t>
            </a:r>
            <a:r>
              <a:rPr dirty="0"/>
              <a:t> </a:t>
            </a:r>
            <a:r>
              <a:rPr dirty="0" err="1"/>
              <a:t>báo</a:t>
            </a:r>
            <a:r>
              <a:rPr dirty="0"/>
              <a:t> </a:t>
            </a:r>
            <a:r>
              <a:rPr dirty="0" err="1"/>
              <a:t>lỗi</a:t>
            </a:r>
            <a:r>
              <a:rPr dirty="0"/>
              <a:t> </a:t>
            </a:r>
            <a:r>
              <a:rPr dirty="0" err="1"/>
              <a:t>được</a:t>
            </a:r>
            <a:r>
              <a:rPr dirty="0"/>
              <a:t> </a:t>
            </a:r>
            <a:r>
              <a:rPr dirty="0" err="1"/>
              <a:t>phát</a:t>
            </a:r>
            <a:r>
              <a:rPr dirty="0"/>
              <a:t> </a:t>
            </a:r>
            <a:r>
              <a:rPr dirty="0" err="1"/>
              <a:t>hiện</a:t>
            </a:r>
            <a:r>
              <a:rPr dirty="0"/>
              <a:t>. </a:t>
            </a:r>
            <a:r>
              <a:rPr dirty="0" err="1"/>
              <a:t>Nếu</a:t>
            </a:r>
            <a:r>
              <a:rPr dirty="0"/>
              <a:t> </a:t>
            </a:r>
            <a:r>
              <a:rPr dirty="0" err="1"/>
              <a:t>lỗi</a:t>
            </a:r>
            <a:r>
              <a:rPr dirty="0"/>
              <a:t> </a:t>
            </a:r>
            <a:r>
              <a:rPr dirty="0" err="1"/>
              <a:t>và</a:t>
            </a:r>
            <a:r>
              <a:rPr dirty="0"/>
              <a:t> </a:t>
            </a:r>
            <a:r>
              <a:rPr dirty="0" err="1"/>
              <a:t>nguy</a:t>
            </a:r>
            <a:r>
              <a:rPr dirty="0"/>
              <a:t> </a:t>
            </a:r>
            <a:r>
              <a:rPr dirty="0" err="1"/>
              <a:t>hiểm</a:t>
            </a:r>
            <a:r>
              <a:rPr dirty="0"/>
              <a:t> </a:t>
            </a:r>
            <a:r>
              <a:rPr dirty="0" err="1"/>
              <a:t>đồng</a:t>
            </a:r>
            <a:r>
              <a:rPr dirty="0"/>
              <a:t> </a:t>
            </a:r>
            <a:r>
              <a:rPr dirty="0" err="1"/>
              <a:t>thời</a:t>
            </a:r>
            <a:r>
              <a:rPr dirty="0"/>
              <a:t> </a:t>
            </a:r>
            <a:r>
              <a:rPr dirty="0" err="1"/>
              <a:t>xuất</a:t>
            </a:r>
            <a:r>
              <a:rPr dirty="0"/>
              <a:t> </a:t>
            </a:r>
            <a:r>
              <a:rPr dirty="0" err="1"/>
              <a:t>hiện</a:t>
            </a:r>
            <a:r>
              <a:rPr dirty="0"/>
              <a:t>, </a:t>
            </a:r>
            <a:r>
              <a:rPr dirty="0" err="1"/>
              <a:t>cảnh</a:t>
            </a:r>
            <a:r>
              <a:rPr dirty="0"/>
              <a:t> </a:t>
            </a:r>
            <a:r>
              <a:rPr dirty="0" err="1"/>
              <a:t>báo</a:t>
            </a:r>
            <a:r>
              <a:rPr dirty="0"/>
              <a:t> </a:t>
            </a:r>
            <a:r>
              <a:rPr dirty="0" err="1"/>
              <a:t>nguy</a:t>
            </a:r>
            <a:r>
              <a:rPr dirty="0"/>
              <a:t> </a:t>
            </a:r>
            <a:r>
              <a:rPr dirty="0" err="1"/>
              <a:t>hiểm</a:t>
            </a:r>
            <a:r>
              <a:rPr dirty="0"/>
              <a:t> </a:t>
            </a:r>
            <a:r>
              <a:rPr dirty="0" err="1"/>
              <a:t>có</a:t>
            </a:r>
            <a:r>
              <a:rPr dirty="0"/>
              <a:t> </a:t>
            </a:r>
            <a:r>
              <a:rPr dirty="0" err="1"/>
              <a:t>ưu</a:t>
            </a:r>
            <a:r>
              <a:rPr dirty="0"/>
              <a:t> </a:t>
            </a:r>
            <a:r>
              <a:rPr dirty="0" err="1"/>
              <a:t>tiên</a:t>
            </a:r>
            <a:r>
              <a:rPr dirty="0"/>
              <a:t>. </a:t>
            </a:r>
            <a:r>
              <a:rPr dirty="0" err="1"/>
              <a:t>Sơ</a:t>
            </a:r>
            <a:r>
              <a:rPr dirty="0"/>
              <a:t> </a:t>
            </a:r>
            <a:r>
              <a:rPr dirty="0" err="1"/>
              <a:t>đồ</a:t>
            </a:r>
            <a:r>
              <a:rPr dirty="0"/>
              <a:t> </a:t>
            </a:r>
            <a:r>
              <a:rPr dirty="0" err="1"/>
              <a:t>chỉ</a:t>
            </a:r>
            <a:r>
              <a:rPr dirty="0"/>
              <a:t> </a:t>
            </a:r>
            <a:r>
              <a:rPr dirty="0" err="1"/>
              <a:t>mô</a:t>
            </a:r>
            <a:r>
              <a:rPr dirty="0"/>
              <a:t> </a:t>
            </a:r>
            <a:r>
              <a:rPr dirty="0" err="1"/>
              <a:t>tả</a:t>
            </a:r>
            <a:r>
              <a:rPr dirty="0"/>
              <a:t> </a:t>
            </a:r>
            <a:r>
              <a:rPr dirty="0" err="1"/>
              <a:t>các</a:t>
            </a:r>
            <a:r>
              <a:rPr dirty="0"/>
              <a:t> </a:t>
            </a:r>
            <a:r>
              <a:rPr dirty="0" err="1"/>
              <a:t>khối</a:t>
            </a:r>
            <a:r>
              <a:rPr dirty="0"/>
              <a:t> </a:t>
            </a:r>
            <a:r>
              <a:rPr dirty="0" err="1"/>
              <a:t>và</a:t>
            </a:r>
            <a:r>
              <a:rPr dirty="0"/>
              <a:t> </a:t>
            </a:r>
            <a:r>
              <a:rPr dirty="0" err="1"/>
              <a:t>hướng</a:t>
            </a:r>
            <a:r>
              <a:rPr dirty="0"/>
              <a:t> </a:t>
            </a:r>
            <a:r>
              <a:rPr dirty="0" err="1"/>
              <a:t>tín</a:t>
            </a:r>
            <a:r>
              <a:rPr dirty="0"/>
              <a:t> </a:t>
            </a:r>
            <a:r>
              <a:rPr dirty="0" err="1"/>
              <a:t>hiệu</a:t>
            </a:r>
            <a:r>
              <a:rPr dirty="0"/>
              <a:t>. </a:t>
            </a:r>
            <a:r>
              <a:rPr dirty="0" err="1"/>
              <a:t>Đường</a:t>
            </a:r>
            <a:r>
              <a:rPr dirty="0"/>
              <a:t> </a:t>
            </a:r>
            <a:r>
              <a:rPr dirty="0" err="1"/>
              <a:t>nguồn</a:t>
            </a:r>
            <a:r>
              <a:rPr dirty="0"/>
              <a:t>/GND </a:t>
            </a:r>
            <a:r>
              <a:rPr dirty="0" err="1"/>
              <a:t>và</a:t>
            </a:r>
            <a:r>
              <a:rPr dirty="0"/>
              <a:t> </a:t>
            </a:r>
            <a:r>
              <a:rPr dirty="0" err="1"/>
              <a:t>chân</a:t>
            </a:r>
            <a:r>
              <a:rPr dirty="0"/>
              <a:t> GPIO chi </a:t>
            </a:r>
            <a:r>
              <a:rPr dirty="0" err="1"/>
              <a:t>tiết</a:t>
            </a:r>
            <a:r>
              <a:rPr dirty="0"/>
              <a:t> </a:t>
            </a:r>
            <a:r>
              <a:rPr dirty="0" err="1"/>
              <a:t>được</a:t>
            </a:r>
            <a:r>
              <a:rPr dirty="0"/>
              <a:t> </a:t>
            </a:r>
            <a:r>
              <a:rPr dirty="0" err="1"/>
              <a:t>trình</a:t>
            </a:r>
            <a:r>
              <a:rPr dirty="0"/>
              <a:t> </a:t>
            </a:r>
            <a:r>
              <a:rPr dirty="0" err="1"/>
              <a:t>bày</a:t>
            </a:r>
            <a:r>
              <a:rPr dirty="0"/>
              <a:t> </a:t>
            </a:r>
            <a:r>
              <a:rPr dirty="0" err="1"/>
              <a:t>trong</a:t>
            </a:r>
            <a:r>
              <a:rPr dirty="0"/>
              <a:t> </a:t>
            </a:r>
            <a:r>
              <a:rPr dirty="0" err="1"/>
              <a:t>báo</a:t>
            </a:r>
            <a:r>
              <a:rPr dirty="0"/>
              <a:t> </a:t>
            </a:r>
            <a:r>
              <a:rPr dirty="0" err="1"/>
              <a:t>cáo</a:t>
            </a:r>
            <a:r>
              <a:rPr dirty="0"/>
              <a:t>. MQ-2 </a:t>
            </a:r>
            <a:r>
              <a:rPr dirty="0" err="1"/>
              <a:t>lấy</a:t>
            </a:r>
            <a:r>
              <a:rPr dirty="0"/>
              <a:t> </a:t>
            </a:r>
            <a:r>
              <a:rPr dirty="0" err="1"/>
              <a:t>nguồn</a:t>
            </a:r>
            <a:r>
              <a:rPr dirty="0"/>
              <a:t> 5 V </a:t>
            </a:r>
            <a:r>
              <a:rPr dirty="0" err="1"/>
              <a:t>phù</a:t>
            </a:r>
            <a:r>
              <a:rPr dirty="0"/>
              <a:t> </a:t>
            </a:r>
            <a:r>
              <a:rPr dirty="0" err="1"/>
              <a:t>hợp</a:t>
            </a:r>
            <a:r>
              <a:rPr dirty="0"/>
              <a:t>, </a:t>
            </a:r>
            <a:r>
              <a:rPr dirty="0" err="1"/>
              <a:t>không</a:t>
            </a:r>
            <a:r>
              <a:rPr dirty="0"/>
              <a:t> </a:t>
            </a:r>
            <a:r>
              <a:rPr dirty="0" err="1"/>
              <a:t>lấy</a:t>
            </a:r>
            <a:r>
              <a:rPr dirty="0"/>
              <a:t> </a:t>
            </a:r>
            <a:r>
              <a:rPr dirty="0" err="1"/>
              <a:t>nguồn</a:t>
            </a:r>
            <a:r>
              <a:rPr dirty="0"/>
              <a:t> </a:t>
            </a:r>
            <a:r>
              <a:rPr dirty="0" err="1"/>
              <a:t>bộ</a:t>
            </a:r>
            <a:r>
              <a:rPr dirty="0"/>
              <a:t> </a:t>
            </a:r>
            <a:r>
              <a:rPr dirty="0" err="1"/>
              <a:t>gia</a:t>
            </a:r>
            <a:r>
              <a:rPr dirty="0"/>
              <a:t> </a:t>
            </a:r>
            <a:r>
              <a:rPr dirty="0" err="1"/>
              <a:t>nhiệt</a:t>
            </a:r>
            <a:r>
              <a:rPr dirty="0"/>
              <a:t> </a:t>
            </a:r>
            <a:r>
              <a:rPr dirty="0" err="1"/>
              <a:t>từ</a:t>
            </a:r>
            <a:r>
              <a:rPr dirty="0"/>
              <a:t> </a:t>
            </a:r>
            <a:r>
              <a:rPr dirty="0" err="1"/>
              <a:t>chân</a:t>
            </a:r>
            <a:r>
              <a:rPr dirty="0"/>
              <a:t> GPIO. </a:t>
            </a:r>
            <a:r>
              <a:rPr dirty="0" err="1"/>
              <a:t>Cáp</a:t>
            </a:r>
            <a:r>
              <a:rPr dirty="0"/>
              <a:t> Type-C </a:t>
            </a:r>
            <a:r>
              <a:rPr dirty="0" err="1"/>
              <a:t>dùng</a:t>
            </a:r>
            <a:r>
              <a:rPr dirty="0"/>
              <a:t> </a:t>
            </a:r>
            <a:r>
              <a:rPr dirty="0" err="1"/>
              <a:t>nạp</a:t>
            </a:r>
            <a:r>
              <a:rPr dirty="0"/>
              <a:t> code, Serial </a:t>
            </a:r>
            <a:r>
              <a:rPr dirty="0" err="1"/>
              <a:t>và</a:t>
            </a:r>
            <a:r>
              <a:rPr dirty="0"/>
              <a:t> </a:t>
            </a:r>
            <a:r>
              <a:rPr dirty="0" err="1"/>
              <a:t>nguồn</a:t>
            </a:r>
            <a:r>
              <a:rPr dirty="0"/>
              <a:t>; MQTT </a:t>
            </a:r>
            <a:r>
              <a:rPr dirty="0" err="1"/>
              <a:t>truyền</a:t>
            </a:r>
            <a:r>
              <a:rPr dirty="0"/>
              <a:t> qua Wi-Fi. Breadboard </a:t>
            </a:r>
            <a:r>
              <a:rPr dirty="0" err="1"/>
              <a:t>và</a:t>
            </a:r>
            <a:r>
              <a:rPr dirty="0"/>
              <a:t> Dupont </a:t>
            </a:r>
            <a:r>
              <a:rPr dirty="0" err="1"/>
              <a:t>dùng</a:t>
            </a:r>
            <a:r>
              <a:rPr dirty="0"/>
              <a:t> </a:t>
            </a:r>
            <a:r>
              <a:rPr dirty="0" err="1"/>
              <a:t>để</a:t>
            </a:r>
            <a:r>
              <a:rPr dirty="0"/>
              <a:t> </a:t>
            </a:r>
            <a:r>
              <a:rPr dirty="0" err="1"/>
              <a:t>lắp</a:t>
            </a:r>
            <a:r>
              <a:rPr dirty="0"/>
              <a:t> </a:t>
            </a:r>
            <a:r>
              <a:rPr dirty="0" err="1"/>
              <a:t>thử</a:t>
            </a:r>
            <a:r>
              <a:rPr dirty="0"/>
              <a:t>. </a:t>
            </a:r>
            <a:r>
              <a:rPr dirty="0" err="1"/>
              <a:t>Lỗi</a:t>
            </a:r>
            <a:r>
              <a:rPr dirty="0"/>
              <a:t> </a:t>
            </a:r>
            <a:r>
              <a:rPr dirty="0" err="1"/>
              <a:t>của</a:t>
            </a:r>
            <a:r>
              <a:rPr dirty="0"/>
              <a:t> </a:t>
            </a:r>
            <a:r>
              <a:rPr dirty="0" err="1"/>
              <a:t>các</a:t>
            </a:r>
            <a:r>
              <a:rPr dirty="0"/>
              <a:t> module </a:t>
            </a:r>
            <a:r>
              <a:rPr dirty="0" err="1"/>
              <a:t>giá</a:t>
            </a:r>
            <a:r>
              <a:rPr dirty="0"/>
              <a:t> </a:t>
            </a:r>
            <a:r>
              <a:rPr dirty="0" err="1"/>
              <a:t>rẻ</a:t>
            </a:r>
            <a:r>
              <a:rPr dirty="0"/>
              <a:t> </a:t>
            </a:r>
            <a:r>
              <a:rPr dirty="0" err="1"/>
              <a:t>không</a:t>
            </a:r>
            <a:r>
              <a:rPr dirty="0"/>
              <a:t> </a:t>
            </a:r>
            <a:r>
              <a:rPr dirty="0" err="1"/>
              <a:t>phải</a:t>
            </a:r>
            <a:r>
              <a:rPr dirty="0"/>
              <a:t> </a:t>
            </a:r>
            <a:r>
              <a:rPr dirty="0" err="1"/>
              <a:t>lúc</a:t>
            </a:r>
            <a:r>
              <a:rPr dirty="0"/>
              <a:t> </a:t>
            </a:r>
            <a:r>
              <a:rPr dirty="0" err="1"/>
              <a:t>nào</a:t>
            </a:r>
            <a:r>
              <a:rPr dirty="0"/>
              <a:t> </a:t>
            </a:r>
            <a:r>
              <a:rPr dirty="0" err="1"/>
              <a:t>cũng</a:t>
            </a:r>
            <a:r>
              <a:rPr dirty="0"/>
              <a:t> </a:t>
            </a:r>
            <a:r>
              <a:rPr dirty="0" err="1"/>
              <a:t>tự</a:t>
            </a:r>
            <a:r>
              <a:rPr dirty="0"/>
              <a:t> </a:t>
            </a:r>
            <a:r>
              <a:rPr dirty="0" err="1"/>
              <a:t>phát</a:t>
            </a:r>
            <a:r>
              <a:rPr dirty="0"/>
              <a:t> </a:t>
            </a:r>
            <a:r>
              <a:rPr dirty="0" err="1"/>
              <a:t>hiện</a:t>
            </a:r>
            <a:r>
              <a:rPr dirty="0"/>
              <a:t> </a:t>
            </a:r>
            <a:r>
              <a:rPr dirty="0" err="1"/>
              <a:t>được</a:t>
            </a:r>
            <a:r>
              <a:rPr dirty="0"/>
              <a:t>.</a:t>
            </a:r>
          </a:p>
          <a:p>
            <a:endParaRPr dirty="0"/>
          </a:p>
          <a:p>
            <a:r>
              <a:rPr dirty="0" err="1"/>
              <a:t>Nguồn</a:t>
            </a:r>
            <a:r>
              <a:rPr dirty="0"/>
              <a:t> </a:t>
            </a:r>
            <a:r>
              <a:rPr dirty="0" err="1"/>
              <a:t>nội</a:t>
            </a:r>
            <a:r>
              <a:rPr dirty="0"/>
              <a:t> dung: C:\Users\ThinkPad\Documents\demo.docx — </a:t>
            </a:r>
            <a:r>
              <a:rPr dirty="0" err="1"/>
              <a:t>Thiết</a:t>
            </a:r>
            <a:r>
              <a:rPr dirty="0"/>
              <a:t> </a:t>
            </a:r>
            <a:r>
              <a:rPr dirty="0" err="1"/>
              <a:t>bị</a:t>
            </a:r>
            <a:r>
              <a:rPr dirty="0"/>
              <a:t> </a:t>
            </a:r>
            <a:r>
              <a:rPr dirty="0" err="1"/>
              <a:t>và</a:t>
            </a:r>
            <a:r>
              <a:rPr dirty="0"/>
              <a:t> </a:t>
            </a:r>
            <a:r>
              <a:rPr dirty="0" err="1"/>
              <a:t>sơ</a:t>
            </a:r>
            <a:r>
              <a:rPr dirty="0"/>
              <a:t> </a:t>
            </a:r>
            <a:r>
              <a:rPr dirty="0" err="1"/>
              <a:t>đồ</a:t>
            </a:r>
            <a:r>
              <a:rPr dirty="0"/>
              <a:t> </a:t>
            </a:r>
            <a:r>
              <a:rPr dirty="0" err="1"/>
              <a:t>phần</a:t>
            </a:r>
            <a:r>
              <a:rPr dirty="0"/>
              <a:t> </a:t>
            </a:r>
            <a:r>
              <a:rPr dirty="0" err="1"/>
              <a:t>cứng</a:t>
            </a:r>
            <a:r>
              <a:rPr dirty="0"/>
              <a:t>.</a:t>
            </a:r>
          </a:p>
          <a:p>
            <a:r>
              <a:rPr dirty="0" err="1"/>
              <a:t>Mẫu</a:t>
            </a:r>
            <a:r>
              <a:rPr dirty="0"/>
              <a:t> </a:t>
            </a:r>
            <a:r>
              <a:rPr dirty="0" err="1"/>
              <a:t>trình</a:t>
            </a:r>
            <a:r>
              <a:rPr dirty="0"/>
              <a:t> </a:t>
            </a:r>
            <a:r>
              <a:rPr dirty="0" err="1"/>
              <a:t>bày</a:t>
            </a:r>
            <a:r>
              <a:rPr dirty="0"/>
              <a:t>: D:/Dowload-web/[SLIDE]_Đào Bá </a:t>
            </a:r>
            <a:r>
              <a:rPr dirty="0" err="1"/>
              <a:t>Khánh_ĐATN_Thie</a:t>
            </a:r>
            <a:r>
              <a:rPr dirty="0"/>
              <a:t>̂́t </a:t>
            </a:r>
            <a:r>
              <a:rPr dirty="0" err="1"/>
              <a:t>ke</a:t>
            </a:r>
            <a:r>
              <a:rPr dirty="0"/>
              <a:t>̂́, </a:t>
            </a:r>
            <a:r>
              <a:rPr dirty="0" err="1"/>
              <a:t>trie</a:t>
            </a:r>
            <a:r>
              <a:rPr dirty="0"/>
              <a:t>̂̉n </a:t>
            </a:r>
            <a:r>
              <a:rPr dirty="0" err="1"/>
              <a:t>khai</a:t>
            </a:r>
            <a:r>
              <a:rPr dirty="0"/>
              <a:t> hệ </a:t>
            </a:r>
            <a:r>
              <a:rPr dirty="0" err="1"/>
              <a:t>tho</a:t>
            </a:r>
            <a:r>
              <a:rPr dirty="0"/>
              <a:t>̂́ng IOT </a:t>
            </a:r>
            <a:r>
              <a:rPr dirty="0" err="1"/>
              <a:t>phát</a:t>
            </a:r>
            <a:r>
              <a:rPr dirty="0"/>
              <a:t> hiện </a:t>
            </a:r>
            <a:r>
              <a:rPr dirty="0" err="1"/>
              <a:t>va</a:t>
            </a:r>
            <a:r>
              <a:rPr dirty="0"/>
              <a:t>̀ </a:t>
            </a:r>
            <a:r>
              <a:rPr dirty="0" err="1"/>
              <a:t>cảnh</a:t>
            </a:r>
            <a:r>
              <a:rPr dirty="0"/>
              <a:t> </a:t>
            </a:r>
            <a:r>
              <a:rPr dirty="0" err="1"/>
              <a:t>báo</a:t>
            </a:r>
            <a:r>
              <a:rPr dirty="0"/>
              <a:t> mất trộm, tai </a:t>
            </a:r>
            <a:r>
              <a:rPr dirty="0" err="1"/>
              <a:t>nạn</a:t>
            </a:r>
            <a:r>
              <a:rPr dirty="0"/>
              <a:t> </a:t>
            </a:r>
            <a:r>
              <a:rPr dirty="0" err="1"/>
              <a:t>xe</a:t>
            </a:r>
            <a:r>
              <a:rPr dirty="0"/>
              <a:t> máy.pptx.</a:t>
            </a:r>
          </a:p>
          <a:p>
            <a:r>
              <a:rPr dirty="0" err="1"/>
              <a:t>Báo</a:t>
            </a:r>
            <a:r>
              <a:rPr dirty="0"/>
              <a:t> </a:t>
            </a:r>
            <a:r>
              <a:rPr dirty="0" err="1"/>
              <a:t>cáo</a:t>
            </a:r>
            <a:r>
              <a:rPr dirty="0"/>
              <a:t> </a:t>
            </a:r>
            <a:r>
              <a:rPr dirty="0" err="1"/>
              <a:t>phân</a:t>
            </a:r>
            <a:r>
              <a:rPr dirty="0"/>
              <a:t> </a:t>
            </a:r>
            <a:r>
              <a:rPr dirty="0" err="1"/>
              <a:t>tích</a:t>
            </a:r>
            <a:r>
              <a:rPr dirty="0"/>
              <a:t> </a:t>
            </a:r>
            <a:r>
              <a:rPr dirty="0" err="1"/>
              <a:t>và</a:t>
            </a:r>
            <a:r>
              <a:rPr dirty="0"/>
              <a:t> </a:t>
            </a:r>
            <a:r>
              <a:rPr dirty="0" err="1"/>
              <a:t>thiết</a:t>
            </a:r>
            <a:r>
              <a:rPr dirty="0"/>
              <a:t> </a:t>
            </a:r>
            <a:r>
              <a:rPr dirty="0" err="1"/>
              <a:t>kế</a:t>
            </a:r>
            <a:r>
              <a:rPr dirty="0"/>
              <a:t>, </a:t>
            </a:r>
            <a:r>
              <a:rPr dirty="0" err="1"/>
              <a:t>không</a:t>
            </a:r>
            <a:r>
              <a:rPr dirty="0"/>
              <a:t> </a:t>
            </a:r>
            <a:r>
              <a:rPr dirty="0" err="1"/>
              <a:t>coi</a:t>
            </a:r>
            <a:r>
              <a:rPr dirty="0"/>
              <a:t> </a:t>
            </a:r>
            <a:r>
              <a:rPr dirty="0" err="1"/>
              <a:t>sơ</a:t>
            </a:r>
            <a:r>
              <a:rPr dirty="0"/>
              <a:t> </a:t>
            </a:r>
            <a:r>
              <a:rPr dirty="0" err="1"/>
              <a:t>đồ</a:t>
            </a:r>
            <a:r>
              <a:rPr dirty="0"/>
              <a:t> </a:t>
            </a:r>
            <a:r>
              <a:rPr dirty="0" err="1"/>
              <a:t>đề</a:t>
            </a:r>
            <a:r>
              <a:rPr dirty="0"/>
              <a:t> </a:t>
            </a:r>
            <a:r>
              <a:rPr dirty="0" err="1"/>
              <a:t>xuất</a:t>
            </a:r>
            <a:r>
              <a:rPr dirty="0"/>
              <a:t> </a:t>
            </a:r>
            <a:r>
              <a:rPr dirty="0" err="1"/>
              <a:t>là</a:t>
            </a:r>
            <a:r>
              <a:rPr dirty="0"/>
              <a:t> </a:t>
            </a:r>
            <a:r>
              <a:rPr dirty="0" err="1"/>
              <a:t>bằng</a:t>
            </a:r>
            <a:r>
              <a:rPr dirty="0"/>
              <a:t> </a:t>
            </a:r>
            <a:r>
              <a:rPr dirty="0" err="1"/>
              <a:t>chứng</a:t>
            </a:r>
            <a:r>
              <a:rPr dirty="0"/>
              <a:t> </a:t>
            </a:r>
            <a:r>
              <a:rPr dirty="0" err="1"/>
              <a:t>kiểm</a:t>
            </a:r>
            <a:r>
              <a:rPr dirty="0"/>
              <a:t> </a:t>
            </a:r>
            <a:r>
              <a:rPr dirty="0" err="1"/>
              <a:t>thử</a:t>
            </a:r>
            <a:r>
              <a:rPr dirty="0"/>
              <a:t> </a:t>
            </a:r>
            <a:r>
              <a:rPr dirty="0" err="1"/>
              <a:t>hoàn</a:t>
            </a:r>
            <a:r>
              <a:rPr dirty="0"/>
              <a:t> </a:t>
            </a:r>
            <a:r>
              <a:rPr dirty="0" err="1"/>
              <a:t>chỉnh</a:t>
            </a:r>
            <a:r>
              <a:rPr dirty="0"/>
              <a:t>.</a:t>
            </a:r>
          </a:p>
          <a:p>
            <a:r>
              <a:rPr dirty="0" err="1"/>
              <a:t>Các</a:t>
            </a:r>
            <a:r>
              <a:rPr dirty="0"/>
              <a:t> </a:t>
            </a:r>
            <a:r>
              <a:rPr dirty="0" err="1"/>
              <a:t>điều</a:t>
            </a:r>
            <a:r>
              <a:rPr dirty="0"/>
              <a:t> </a:t>
            </a:r>
            <a:r>
              <a:rPr dirty="0" err="1"/>
              <a:t>chỉnh</a:t>
            </a:r>
            <a:r>
              <a:rPr dirty="0"/>
              <a:t> Telegram </a:t>
            </a:r>
            <a:r>
              <a:rPr dirty="0" err="1"/>
              <a:t>và</a:t>
            </a:r>
            <a:r>
              <a:rPr dirty="0"/>
              <a:t> </a:t>
            </a:r>
            <a:r>
              <a:rPr dirty="0" err="1"/>
              <a:t>phạm</a:t>
            </a:r>
            <a:r>
              <a:rPr dirty="0"/>
              <a:t> vi </a:t>
            </a:r>
            <a:r>
              <a:rPr dirty="0" err="1"/>
              <a:t>quyền</a:t>
            </a:r>
            <a:r>
              <a:rPr dirty="0"/>
              <a:t> </a:t>
            </a:r>
            <a:r>
              <a:rPr dirty="0" err="1"/>
              <a:t>theo</a:t>
            </a:r>
            <a:r>
              <a:rPr dirty="0"/>
              <a:t> </a:t>
            </a:r>
            <a:r>
              <a:rPr dirty="0" err="1"/>
              <a:t>trao</a:t>
            </a:r>
            <a:r>
              <a:rPr dirty="0"/>
              <a:t> </a:t>
            </a:r>
            <a:r>
              <a:rPr dirty="0" err="1"/>
              <a:t>đổi</a:t>
            </a:r>
            <a:r>
              <a:rPr dirty="0"/>
              <a:t> </a:t>
            </a:r>
            <a:r>
              <a:rPr dirty="0" err="1"/>
              <a:t>chốt</a:t>
            </a:r>
            <a:r>
              <a:rPr dirty="0"/>
              <a:t> </a:t>
            </a:r>
            <a:r>
              <a:rPr dirty="0" err="1"/>
              <a:t>thiết</a:t>
            </a:r>
            <a:r>
              <a:rPr dirty="0"/>
              <a:t> </a:t>
            </a:r>
            <a:r>
              <a:rPr dirty="0" err="1"/>
              <a:t>kế</a:t>
            </a:r>
            <a:r>
              <a:rPr dirty="0"/>
              <a:t> </a:t>
            </a:r>
            <a:r>
              <a:rPr dirty="0" err="1"/>
              <a:t>với</a:t>
            </a:r>
            <a:r>
              <a:rPr dirty="0"/>
              <a:t> </a:t>
            </a:r>
            <a:r>
              <a:rPr dirty="0" err="1"/>
              <a:t>nhóm</a:t>
            </a:r>
            <a:r>
              <a:rPr dirty="0"/>
              <a:t> </a:t>
            </a:r>
            <a:r>
              <a:rPr dirty="0" err="1"/>
              <a:t>ngày</a:t>
            </a:r>
            <a:r>
              <a:rPr dirty="0"/>
              <a:t> 27/10/2026.</a:t>
            </a:r>
          </a:p>
          <a:p>
            <a:r>
              <a:rPr dirty="0"/>
              <a:t>Hai node </a:t>
            </a:r>
            <a:r>
              <a:rPr dirty="0" err="1"/>
              <a:t>có</a:t>
            </a:r>
            <a:r>
              <a:rPr dirty="0"/>
              <a:t> </a:t>
            </a:r>
            <a:r>
              <a:rPr dirty="0" err="1"/>
              <a:t>cùng</a:t>
            </a:r>
            <a:r>
              <a:rPr dirty="0"/>
              <a:t> </a:t>
            </a:r>
            <a:r>
              <a:rPr dirty="0" err="1"/>
              <a:t>cấu</a:t>
            </a:r>
            <a:r>
              <a:rPr dirty="0"/>
              <a:t> </a:t>
            </a:r>
            <a:r>
              <a:rPr dirty="0" err="1"/>
              <a:t>hình</a:t>
            </a:r>
            <a:r>
              <a:rPr dirty="0"/>
              <a:t> </a:t>
            </a:r>
            <a:r>
              <a:rPr dirty="0" err="1"/>
              <a:t>phần</a:t>
            </a:r>
            <a:r>
              <a:rPr dirty="0"/>
              <a:t> </a:t>
            </a:r>
            <a:r>
              <a:rPr dirty="0" err="1"/>
              <a:t>cứng</a:t>
            </a:r>
            <a:r>
              <a:rPr dirty="0"/>
              <a:t>, </a:t>
            </a:r>
            <a:r>
              <a:rPr dirty="0" err="1"/>
              <a:t>mỗi</a:t>
            </a:r>
            <a:r>
              <a:rPr dirty="0"/>
              <a:t> node </a:t>
            </a:r>
            <a:r>
              <a:rPr dirty="0" err="1"/>
              <a:t>theo</a:t>
            </a:r>
            <a:r>
              <a:rPr dirty="0"/>
              <a:t> </a:t>
            </a:r>
            <a:r>
              <a:rPr dirty="0" err="1"/>
              <a:t>dõi</a:t>
            </a:r>
            <a:r>
              <a:rPr dirty="0"/>
              <a:t> </a:t>
            </a:r>
            <a:r>
              <a:rPr dirty="0" err="1"/>
              <a:t>một</a:t>
            </a:r>
            <a:r>
              <a:rPr dirty="0"/>
              <a:t> </a:t>
            </a:r>
            <a:r>
              <a:rPr dirty="0" err="1"/>
              <a:t>phòng</a:t>
            </a:r>
            <a:r>
              <a:rPr dirty="0"/>
              <a:t>. </a:t>
            </a:r>
            <a:r>
              <a:rPr dirty="0" err="1"/>
              <a:t>Nguồn</a:t>
            </a:r>
            <a:r>
              <a:rPr dirty="0"/>
              <a:t> 5 V–2 A </a:t>
            </a:r>
            <a:r>
              <a:rPr dirty="0" err="1"/>
              <a:t>cấp</a:t>
            </a:r>
            <a:r>
              <a:rPr dirty="0"/>
              <a:t> </a:t>
            </a:r>
            <a:r>
              <a:rPr dirty="0" err="1"/>
              <a:t>cho</a:t>
            </a:r>
            <a:r>
              <a:rPr dirty="0"/>
              <a:t> </a:t>
            </a:r>
            <a:r>
              <a:rPr dirty="0" err="1"/>
              <a:t>từng</a:t>
            </a:r>
            <a:r>
              <a:rPr dirty="0"/>
              <a:t> node.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GỢI Ý: 55 giây</a:t>
            </a:r>
          </a:p>
          <a:p>
            <a:endParaRPr/>
          </a:p>
          <a:p>
            <a:r>
              <a:t>Phần 2, người trình bày: Thành viên 2.</a:t>
            </a:r>
          </a:p>
          <a:p>
            <a:endParaRPr/>
          </a:p>
          <a:p>
            <a:r>
              <a:t>Hai phòng có hai node cùng cấu hình. Mỗi node nhận tín hiệu cảm biến, xử lý tại thiết bị và điều khiển đèn, còi tại phòng. Node trao đổi bản tin với Mosquitto qua mạng Wi-Fi. Trên máy tính, Mosquitto làm nhiệm vụ chuyển bản tin, còn backend Python nhận dữ liệu, kiểm tra và quản lý sự cố. FastAPI cung cấp các thao tác cho website và SQLite lưu lịch sử. Kênh thông báo đưa thông tin đến điện thoại theo chính sách đã chốt. Cách tách này cho phép hoạt động cảnh báo tại phòng không phải chờ website hoặc backend trả lời. Sơ đồ thể hiện thiết kế hoàn chỉnh dự kiến của nguyên mẫu, không hàm ý toàn bộ chức năng đã được kiểm thử.</a:t>
            </a:r>
          </a:p>
          <a:p>
            <a:endParaRPr/>
          </a:p>
          <a:p>
            <a:r>
              <a:t>Nguồn nội dung: C:\Users\ThinkPad\Documents\demo.docx — Kiến trúc tổng thể.</a:t>
            </a:r>
          </a:p>
          <a:p>
            <a:r>
              <a:t>Mẫu trình bày: D:/Dowload-web/[SLIDE]_Đào Bá Khánh_ĐATN_Thiết kế, triển khai hệ thống IOT phát hiện và cảnh báo mất trộm, tai nạn xe máy.pptx.</a:t>
            </a:r>
          </a:p>
          <a:p>
            <a:r>
              <a:t>Báo cáo phân tích và thiết kế, không coi sơ đồ đề xuất là bằng chứng kiểm thử hoàn chỉnh.</a:t>
            </a:r>
          </a:p>
          <a:p>
            <a:r>
              <a:t>Kênh thông báo đã chọn là Telegram. Website cho người dùng liên kết hoặc hủy liên kết tài khoản Telegram và bật/tắt bản tin trạng thái định kỳ, mặc định tắt. Tắt bản tin định kỳ không tắt cảnh báo sự cố. Backend đảm nhiệm gửi và nhắc, kể cả khi người dùng đóng website.</a:t>
            </a:r>
          </a:p>
          <a:p>
            <a:r>
              <a:t>Các điều chỉnh Telegram và phạm vi quyền theo trao đổi chốt thiết kế với nhóm ngày 27/10/2026.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GỢI Ý: 45 giây</a:t>
            </a:r>
          </a:p>
          <a:p>
            <a:endParaRPr/>
          </a:p>
          <a:p>
            <a:r>
              <a:t>Phần 2, người trình bày: Thành viên 2.</a:t>
            </a:r>
          </a:p>
          <a:p>
            <a:endParaRPr/>
          </a:p>
          <a:p>
            <a:r>
              <a:t>Wi-Fi đưa ESP8266 vào mạng nhà trọ. MQTT trao đổi bản tin giữa node, Mosquitto và backend. Website sử dụng HTTP API trong nguyên mẫu để đọc dữ liệu hoặc thực hiện thao tác theo quyền. Luồng bắt đầu từ cảm biến vào ESP8266 và tách thành hai nhánh. Nhánh tại chỗ điều khiển đèn và còi. Nhánh qua mạng đưa dữ liệu đến Mosquitto rồi backend, sau đó lưu cơ sở dữ liệu, cập nhật website và kích hoạt thông báo. Tách hai nhánh giúp cảnh báo tại hiện trường không phụ thuộc việc website đang mở. Gửi thành công một bản tin đến backend không đồng nghĩa người dùng đã đọc cảnh báo, nên phần tiếp nhận phải được ghi nhận riêng.</a:t>
            </a:r>
          </a:p>
          <a:p>
            <a:endParaRPr/>
          </a:p>
          <a:p>
            <a:r>
              <a:t>Nguồn nội dung: C:\Users\ThinkPad\Documents\demo.docx — Giao thức và luồng dữ liệu.</a:t>
            </a:r>
          </a:p>
          <a:p>
            <a:r>
              <a:t>Mẫu trình bày: D:/Dowload-web/[SLIDE]_Đào Bá Khánh_ĐATN_Thiết kế, triển khai hệ thống IOT phát hiện và cảnh báo mất trộm, tai nạn xe máy.pptx.</a:t>
            </a:r>
          </a:p>
          <a:p>
            <a:r>
              <a:t>Báo cáo phân tích và thiết kế, không coi sơ đồ đề xuất là bằng chứng kiểm thử hoàn chỉnh.</a:t>
            </a:r>
          </a:p>
          <a:p>
            <a:r>
              <a:t>Kênh thông báo đã chọn là Telegram. Website cho người dùng liên kết hoặc hủy liên kết tài khoản Telegram và bật/tắt bản tin trạng thái định kỳ, mặc định tắt. Tắt bản tin định kỳ không tắt cảnh báo sự cố. Backend đảm nhiệm gửi và nhắc, kể cả khi người dùng đóng website.</a:t>
            </a:r>
          </a:p>
          <a:p>
            <a:r>
              <a:t>Các điều chỉnh Telegram và phạm vi quyền theo trao đổi chốt thiết kế với nhóm ngày 27/10/2026.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GỢI Ý: 60 giây</a:t>
            </a:r>
          </a:p>
          <a:p>
            <a:endParaRPr/>
          </a:p>
          <a:p>
            <a:r>
              <a:t>Phần 2, người trình bày: Thành viên 2.</a:t>
            </a:r>
          </a:p>
          <a:p>
            <a:endParaRPr/>
          </a:p>
          <a:p>
            <a:r>
              <a:t>Backend có năm nhóm việc. Nhóm thứ nhất là tài khoản và phân quyền. Tiếp theo là quản lý node và phòng, tiếp nhận dữ liệu, quản lý sự cố cùng thông báo, và API tra cứu kèm nhật ký. Với vòng đời thiết bị, quản trị viên thêm node và gán phòng để tạo trạng thái đã đăng ký. Sau khi cấu hình và kiểm tra đạt, node chuyển sang đang sử dụng. Khi cần kiểm tra hoặc thay linh kiện, node chuyển bảo trì và chỉ quay lại sử dụng sau khi kiểm tra đạt. Nếu ngừng dùng, hệ thống thu hồi quyền kết nối nhưng giữ lịch sử. Online hay offline phản ánh kết nối tại một thời điểm, còn lỗi cảm biến phản ánh chất lượng dữ liệu. Hai thông tin này cần theo dõi riêng, không dùng thay cho trạng thái vòng đời.</a:t>
            </a:r>
          </a:p>
          <a:p>
            <a:endParaRPr/>
          </a:p>
          <a:p>
            <a:r>
              <a:t>Nguồn nội dung: C:\Users\ThinkPad\Documents\demo.docx — Backend và vòng đời thiết bị.</a:t>
            </a:r>
          </a:p>
          <a:p>
            <a:r>
              <a:t>Mẫu trình bày: D:/Dowload-web/[SLIDE]_Đào Bá Khánh_ĐATN_Thiết kế, triển khai hệ thống IOT phát hiện và cảnh báo mất trộm, tai nạn xe máy.pptx.</a:t>
            </a:r>
          </a:p>
          <a:p>
            <a:r>
              <a:t>Báo cáo phân tích và thiết kế, không coi sơ đồ đề xuất là bằng chứng kiểm thử hoàn chỉnh.</a:t>
            </a:r>
          </a:p>
          <a:p>
            <a:r>
              <a:t>Các điều chỉnh Telegram và phạm vi quyền theo trao đổi chốt thiết kế với nhóm ngày 27/10/2026.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GỢI Ý: 65 giây</a:t>
            </a:r>
          </a:p>
          <a:p>
            <a:endParaRPr/>
          </a:p>
          <a:p>
            <a:r>
              <a:t>Phần 3, người trình bày: Thành viên 3.</a:t>
            </a:r>
          </a:p>
          <a:p>
            <a:endParaRPr/>
          </a:p>
          <a:p>
            <a:r>
              <a:t>Chính sách thông báo nhằm cung cấp thông tin khi cần, đồng thời tránh tạo một cảnh báo mới ở mỗi lần đo. Khi bình thường, website cập nhật dữ liệu và bản tin điện thoại định kỳ là tùy chọn, mặc định tắt. Khi mới xuất hiện bất thường, tin cảnh báo phải có phòng, dấu hiệu, thời điểm và số đo. Các bản tin tiếp theo cập nhật cùng sự cố. Trong khi sự cố vẫn hoạt động, hệ thống nhắc mỗi 10 giây cho người chưa tiếp nhận theo phạm vi được giao. Khi một người tiếp nhận, hệ thống dừng nhắc lặp cho người đó, nhưng vẫn theo dõi sự cố. Khi số đo trở về vùng bình thường ổn định, hệ thống gửi một cập nhật. Tiếp nhận tin không đồng nghĩa dấu hiệu nguy hiểm đã kết thúc. Quyền tiếp nhận thuộc người phụ trách có quyền. Việc nhắc cho từng nhóm người nhận cần tuân theo quyền đã gán, không mở thêm quyền tiếp nhận cho người thuê.</a:t>
            </a:r>
          </a:p>
          <a:p>
            <a:endParaRPr/>
          </a:p>
          <a:p>
            <a:r>
              <a:t>Nguồn nội dung: C:\Users\ThinkPad\Documents\demo.docx — Yêu cầu và chính sách thông báo.</a:t>
            </a:r>
          </a:p>
          <a:p>
            <a:r>
              <a:t>Mẫu trình bày: D:/Dowload-web/[SLIDE]_Đào Bá Khánh_ĐATN_Thiết kế, triển khai hệ thống IOT phát hiện và cảnh báo mất trộm, tai nạn xe máy.pptx.</a:t>
            </a:r>
          </a:p>
          <a:p>
            <a:r>
              <a:t>Báo cáo phân tích và thiết kế, không coi sơ đồ đề xuất là bằng chứng kiểm thử hoàn chỉnh.</a:t>
            </a:r>
          </a:p>
          <a:p>
            <a:r>
              <a:t>Backend gửi cảnh báo Telegram và nhắc mỗi 10 giây cho người chưa tiếp nhận trong khi sự cố còn hoạt động. Chỉ quản trị viên và chủ trọ được tiếp nhận trong phạm vi quyền. Người thuê chỉ xem và nhận cảnh báo phòng mình.</a:t>
            </a:r>
          </a:p>
          <a:p>
            <a:r>
              <a:t>Các điều chỉnh Telegram và phạm vi quyền theo trao đổi chốt thiết kế với nhóm ngày 27/10/2026.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GỢI Ý: 60 giây</a:t>
            </a:r>
          </a:p>
          <a:p>
            <a:endParaRPr/>
          </a:p>
          <a:p>
            <a:r>
              <a:t>Phần 3, người trình bày: Thành viên 3.</a:t>
            </a:r>
          </a:p>
          <a:p>
            <a:endParaRPr/>
          </a:p>
          <a:p>
            <a:r>
              <a:t>Người dùng đăng nhập bằng tài khoản và mật khẩu được lưu dưới dạng băm. Phân quyền gồm ba vai trò. Quản trị viên quản lý tài khoản, thiết bị và cấp quyền. Chủ trọ quản lý phòng, cấu hình và tiếp nhận sự cố của nhà trọ mình. Người thuê chỉ xem trạng thái và nhận cảnh báo của phòng được gán. Backend phải kiểm tra cả vai trò và phạm vi phòng ở mỗi thao tác liên quan. Chỉ ẩn nút trên website chưa đủ để bảo vệ dữ liệu. Với thiết bị, mỗi node có tài khoản MQTT riêng và giới hạn topic để giảm khả năng gửi hoặc đọc bản tin của node khác. Những nội dung này là thiết kế bảo vệ cho hệ thống, cần được kiểm thử cùng các API khi triển khai. HTTPS và MQTT qua TLS cần triển khai và kiểm thử trước khi khẳng định đã mã hóa đường truyền. Tài khoản/mật khẩu MQTT riêng không thay thế mã hóa.</a:t>
            </a:r>
          </a:p>
          <a:p>
            <a:endParaRPr/>
          </a:p>
          <a:p>
            <a:r>
              <a:t>Nguồn nội dung: C:\Users\ThinkPad\Documents\demo.docx — Xác thực, phân quyền và bảo mật.</a:t>
            </a:r>
          </a:p>
          <a:p>
            <a:r>
              <a:t>Mẫu trình bày: D:/Dowload-web/[SLIDE]_Đào Bá Khánh_ĐATN_Thiết kế, triển khai hệ thống IOT phát hiện và cảnh báo mất trộm, tai nạn xe máy.pptx.</a:t>
            </a:r>
          </a:p>
          <a:p>
            <a:r>
              <a:t>Báo cáo phân tích và thiết kế, không coi sơ đồ đề xuất là bằng chứng kiểm thử hoàn chỉnh.</a:t>
            </a:r>
          </a:p>
          <a:p>
            <a:r>
              <a:t>Quản trị viên là người phụ trách kỹ thuật toàn hệ thống. Chủ trọ vận hành nhà trọ được giao và cấu hình vận hành trong giới hạn cho phép. Người thuê chỉ có phạm vi phòng mình. Cấu hình kết nối và chương trình node, đăng ký, chuyển phòng hoặc thu hồi node thuộc quản trị viên. Bảo trì là tạm dừng để sửa; ngừng sử dụng là thu hồi và vô hiệu hóa thông tin kết nối. Giữ lịch sử và thể hiện rõ phòng không được giám sát.</a:t>
            </a:r>
          </a:p>
          <a:p>
            <a:r>
              <a:t>Các điều chỉnh Telegram và phạm vi quyền theo trao đổi chốt thiết kế với nhóm ngày 27/10/2026.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GỢI Ý: 40 giây</a:t>
            </a:r>
          </a:p>
          <a:p>
            <a:endParaRPr/>
          </a:p>
          <a:p>
            <a:r>
              <a:t>Ngoài xác thực và phân quyền ở slide trước, nhóm dự kiến cấp tài khoản riêng cho từng node, giới hạn topic MQTT và có cơ chế thu hồi. Backend kiểm tra đầu vào, ghi audit log cho thao tác quan trọng. Mật khẩu, token và khóa được truyền qua biến môi trường hoặc tệp cấu hình không commit, không đưa lên GitHub. Kết nối sử dụng TLS/HTTPS khi nền tảng triển khai cho phép. Nhóm sẽ nêu rõ các dữ liệu cá nhân thu thập và chỉ cho người được cấp quyền truy cập.</a:t>
            </a:r>
          </a:p>
          <a:p>
            <a:endParaRPr/>
          </a:p>
          <a:p>
            <a:r>
              <a:t>Hai kiểm thử dự kiến gồm: dùng tài khoản người thuê phòng A để yêu cầu dữ liệu phòng B và kiểm tra backend từ chối; thu hồi node rồi thử gửi lại dữ liệu và kiểm tra hệ thống từ chối. Cần ghi kết quả thực tế và bằng chứng sau khi đã thực hiện. Đây là kế hoạch thiết kế và kiểm thử, chưa phải kết quả đã đạt.</a:t>
            </a:r>
          </a:p>
          <a:p>
            <a:endParaRPr/>
          </a:p>
          <a:p>
            <a:r>
              <a:t>Nguồn: yêu cầu 4.5 do người dùng cung cấp trong hội thoại. Thiết kế, màu sắc, font và logo PTIT kế thừa bộ slide của người dùng. Các yêu cầu về băm mật khẩu, xác thực API, kiểm tra quyền ở backend và phạm vi dữ liệu được trình bày tại slide 3.2 của bộ chính.</a:t>
            </a:r>
          </a:p>
          <a:p>
            <a:endParaRPr/>
          </a:p>
          <a:p>
            <a:r>
              <a:t>Bố cục tham khảo: ảnh hai cột có khung bo góc và nhãn nền xanh do người dùng cung cấp. Giữ nhận diện PTIT. Lưu ý khi triển khai: việc thu hồi cần xử lý cả kết nối đang tồn tại; audit log không được chứa mật khẩu, token hay khóa bí mật.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GỢI Ý: 50 giây</a:t>
            </a:r>
          </a:p>
          <a:p>
            <a:endParaRPr/>
          </a:p>
          <a:p>
            <a:r>
              <a:t>Phần 4, người trình bày: Thành viên 4.</a:t>
            </a:r>
          </a:p>
          <a:p>
            <a:endParaRPr/>
          </a:p>
          <a:p>
            <a:r>
              <a:t>Chức năng nâng cao nhóm đề xuất là lưu tạm sự kiện ở node khi chưa gửi được qua mạng. Khi kết nối trở lại, node gửi bù để backend có lịch sử đầy đủ hơn. Phần quan trọng là phân biệt một sự kiện đã xảy ra trong lúc mất mạng với dấu hiệu nguy hiểm vẫn còn tiếp diễn ở thời điểm hiện tại. Việc đồng bộ không nên khiến mỗi bản tin cũ trở thành một cảnh báo mới. Hàng đợi cần giới hạn dung lượng và có cơ chế nhận diện bản tin trùng. Đây là phần dự kiến triển khai sau khi luồng cơ bản của hai node hoạt động ổn định.</a:t>
            </a:r>
          </a:p>
          <a:p>
            <a:endParaRPr/>
          </a:p>
          <a:p>
            <a:r>
              <a:t>Nguồn nội dung: C:\Users\ThinkPad\Documents\demo.docx — Chức năng nâng cao.</a:t>
            </a:r>
          </a:p>
          <a:p>
            <a:r>
              <a:t>Mẫu trình bày: D:/Dowload-web/[SLIDE]_Đào Bá Khánh_ĐATN_Thiết kế, triển khai hệ thống IOT phát hiện và cảnh báo mất trộm, tai nạn xe máy.pptx.</a:t>
            </a:r>
          </a:p>
          <a:p>
            <a:r>
              <a:t>Báo cáo phân tích và thiết kế, không coi sơ đồ đề xuất là bằng chứng kiểm thử hoàn chỉnh.</a:t>
            </a:r>
          </a:p>
          <a:p>
            <a:r>
              <a:t>Các điều chỉnh Telegram và phạm vi quyền theo trao đổi chốt thiết kế với nhóm ngày 27/10/2026.</a:t>
            </a:r>
          </a:p>
          <a:p>
            <a:r>
              <a:t>Thành viên 4 trình bày việc tích hợp website với API và kiểm thử luồng dữ liệu từ node tới giao diện. Lưu tạm ở node cần phối hợp thành viên 1; nhận và đối chiếu dữ liệu gửi bù cần phối hợp thành viên 2. Website cần cập nhật lịch sử sau khi backend nhận bản tin gửi bù, đồng thời phân biệt sự kiện cũ với nguy cơ đang tiếp diễn. Đây là hướng dự kiến, không coi là kết quả kiểm thử đã hoàn thành.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GỢI Ý: 35 giây</a:t>
            </a:r>
          </a:p>
          <a:p>
            <a:endParaRPr/>
          </a:p>
          <a:p>
            <a:r>
              <a:t>Phần 4, người trình bày: Thành viên 4.</a:t>
            </a:r>
          </a:p>
          <a:p>
            <a:endParaRPr/>
          </a:p>
          <a:p>
            <a:r>
              <a:t>Nhóm chia việc thành bốn phần có sản phẩm bàn giao. Thành viên một phụ trách hai node, từ phần cứng đến chương trình cảm biến và cảnh báo tại chỗ. Thành viên hai phụ trách MQTT, cơ sở dữ liệu, API dữ liệu và vòng đời thiết bị. Thành viên ba xây dựng tài khoản, quyền truy cập, quản lý sự cố và gửi thông báo. Thành viên bốn làm giao diện website, kết nối các API và phối hợp kiểm thử tích hợp. Các phần cần thống nhất mã node, dữ liệu và API trước khi ghép. Mỗi thành viên kiểm thử và trình bày phần mình phụ trách, cả nhóm cùng kiểm tra luồng hoàn chỉnh. Mỗi người viết và kiểm thử phần mình phụ trách. Một người tổng hợp và dàn slide để giữ thống nhất, báo cáo chia theo module.</a:t>
            </a:r>
          </a:p>
          <a:p>
            <a:endParaRPr/>
          </a:p>
          <a:p>
            <a:r>
              <a:t>Nguồn nội dung: C:\Users\ThinkPad\Documents\demo.docx — Phân công công việc.</a:t>
            </a:r>
          </a:p>
          <a:p>
            <a:r>
              <a:t>Mẫu trình bày: D:/Dowload-web/[SLIDE]_Đào Bá Khánh_ĐATN_Thiết kế, triển khai hệ thống IOT phát hiện và cảnh báo mất trộm, tai nạn xe máy.pptx.</a:t>
            </a:r>
          </a:p>
          <a:p>
            <a:r>
              <a:t>Báo cáo phân tích và thiết kế, không coi sơ đồ đề xuất là bằng chứng kiểm thử hoàn chỉnh.</a:t>
            </a:r>
          </a:p>
          <a:p>
            <a:r>
              <a:t>Các điều chỉnh Telegram và phạm vi quyền theo trao đổi chốt thiết kế với nhóm ngày 27/10/2026.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GỢI Ý: 25 giây</a:t>
            </a:r>
          </a:p>
          <a:p>
            <a:endParaRPr/>
          </a:p>
          <a:p>
            <a:r>
              <a:t>Mục tiêu của nhóm là giám sát và cảnh báo sớm nguy cơ cháy tại nhà trọ. Phương án gồm hai node theo phòng, cảnh báo tại chỗ bằng đèn và còi, gửi thông báo qua Telegram và backend do nhóm tự xây dựng. Bước tiếp theo là hoàn thiện nguyên mẫu, tích hợp và kiểm thử các tình huống cảnh báo, lỗi cảm biến, mất mạng.</a:t>
            </a:r>
          </a:p>
          <a:p>
            <a:endParaRPr/>
          </a:p>
          <a:p>
            <a:r>
              <a:t>Nguồn nội dung: bản chụp slide tổng kết do người dùng cung cấp. Bố cục và logo PTIT kế thừa bộ slide của người dùng.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GỢI Ý: 25 giây</a:t>
            </a:r>
          </a:p>
          <a:p>
            <a:endParaRPr/>
          </a:p>
          <a:p>
            <a:r>
              <a:t>Phần 4, người trình bày: Thành viên 4.</a:t>
            </a:r>
          </a:p>
          <a:p>
            <a:endParaRPr/>
          </a:p>
          <a:p>
            <a:r>
              <a:t>Thiết kế tập trung vào việc xác định phòng có dấu hiệu nguy cơ và thông báo đến đúng người. Hai node xử lý cảnh báo tại chỗ, còn backend quản lý dữ liệu, thiết bị, người dùng và sự cố. Chính sách tiếp nhận giúp giảm nhắc lặp không cần thiết mà vẫn tiếp tục theo dõi tình trạng. Bước tiếp theo của nhóm là hoàn thiện nguyên mẫu và kiểm thử toàn bộ luồng từ cảm biến đến người sử dụng.</a:t>
            </a:r>
          </a:p>
          <a:p>
            <a:endParaRPr/>
          </a:p>
          <a:p>
            <a:r>
              <a:t>Nguồn nội dung: C:\Users\ThinkPad\Documents\demo.docx — tổng hợp từ các phần thiết kế.</a:t>
            </a:r>
          </a:p>
          <a:p>
            <a:r>
              <a:t>Mẫu trình bày: D:/Dowload-web/[SLIDE]_Đào Bá Khánh_ĐATN_Thiết kế, triển khai hệ thống IOT phát hiện và cảnh báo mất trộm, tai nạn xe máy.pptx.</a:t>
            </a:r>
          </a:p>
          <a:p>
            <a:r>
              <a:t>Báo cáo phân tích và thiết kế, không coi sơ đồ đề xuất là bằng chứng kiểm thử hoàn chỉnh.</a:t>
            </a:r>
          </a:p>
          <a:p>
            <a:r>
              <a:t>Các điều chỉnh Telegram và phạm vi quyền theo trao đổi chốt thiết kế với nhóm ngày 27/10/2026.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p:cSld name="Two Conten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p:cSld name="Comparison">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p:cSld name="Title Only">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2_Comparison">
  <p:cSld name="2_Comparison">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Two Content">
  <p:cSld name="1_Two Conten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Comparison">
  <p:cSld name="1_Comparison">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_Two Content">
  <p:cSld name="2_Two Conten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chart" Target="../charts/chart2.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C57189A-632A-4887-A25E-B7848D4A770C}"/>
              </a:ext>
            </a:extLst>
          </p:cNvPr>
          <p:cNvPicPr>
            <a:picLocks noChangeAspect="1"/>
          </p:cNvPicPr>
          <p:nvPr/>
        </p:nvPicPr>
        <p:blipFill>
          <a:blip r:embed="rId3"/>
          <a:srcRect l="39063"/>
          <a:stretch/>
        </p:blipFill>
        <p:spPr>
          <a:xfrm>
            <a:off x="4762500" y="0"/>
            <a:ext cx="7429500" cy="6858000"/>
          </a:xfrm>
          <a:prstGeom prst="rect">
            <a:avLst/>
          </a:prstGeom>
        </p:spPr>
      </p:pic>
      <p:pic>
        <p:nvPicPr>
          <p:cNvPr id="2" name="Picture 1">
            <a:extLst>
              <a:ext uri="{FF2B5EF4-FFF2-40B4-BE49-F238E27FC236}">
                <a16:creationId xmlns:a16="http://schemas.microsoft.com/office/drawing/2014/main" id="{4AF305B6-8107-468A-8EFA-285EBF264C29}"/>
              </a:ext>
            </a:extLst>
          </p:cNvPr>
          <p:cNvPicPr>
            <a:picLocks noChangeAspect="1"/>
          </p:cNvPicPr>
          <p:nvPr/>
        </p:nvPicPr>
        <p:blipFill>
          <a:blip r:embed="rId4"/>
          <a:srcRect t="2" b="2"/>
          <a:stretch>
            <a:fillRect/>
          </a:stretch>
        </p:blipFill>
        <p:spPr>
          <a:xfrm>
            <a:off x="390525" y="333375"/>
            <a:ext cx="5048250" cy="584835"/>
          </a:xfrm>
          <a:prstGeom prst="rect">
            <a:avLst/>
          </a:prstGeom>
        </p:spPr>
      </p:pic>
      <p:sp>
        <p:nvSpPr>
          <p:cNvPr id="3" name="Đề tài:">
            <a:extLst>
              <a:ext uri="{FF2B5EF4-FFF2-40B4-BE49-F238E27FC236}">
                <a16:creationId xmlns:a16="http://schemas.microsoft.com/office/drawing/2014/main" id="{F50F806C-0E73-4A35-ABDA-AD175FAC7566}"/>
              </a:ext>
            </a:extLst>
          </p:cNvPr>
          <p:cNvSpPr>
            <a:spLocks noGrp="1"/>
          </p:cNvSpPr>
          <p:nvPr/>
        </p:nvSpPr>
        <p:spPr>
          <a:xfrm>
            <a:off x="483394" y="1857375"/>
            <a:ext cx="9525000" cy="504825"/>
          </a:xfrm>
          <a:prstGeom prst="rect">
            <a:avLst/>
          </a:prstGeom>
          <a:noFill/>
          <a:ln w="0">
            <a:noFill/>
          </a:ln>
        </p:spPr>
        <p:txBody>
          <a:bodyPr wrap="square" lIns="0" tIns="0" rIns="0" bIns="0" anchor="t">
            <a:noAutofit/>
          </a:bodyPr>
          <a:lstStyle>
            <a:defPPr algn="l">
              <a:defRPr sz="2800" b="1">
                <a:solidFill>
                  <a:srgbClr val="C00000"/>
                </a:solidFill>
                <a:latin typeface="Lato"/>
                <a:ea typeface="Lato"/>
                <a:cs typeface="Lato"/>
              </a:defRPr>
            </a:defPPr>
            <a:lvl1pPr algn="l">
              <a:buNone/>
              <a:defRPr sz="2800" b="1">
                <a:solidFill>
                  <a:srgbClr val="C00000"/>
                </a:solidFill>
                <a:latin typeface="Lato"/>
                <a:ea typeface="Lato"/>
                <a:cs typeface="Lato"/>
              </a:defRPr>
            </a:lvl1pPr>
            <a:lvl2pPr algn="l">
              <a:buNone/>
              <a:defRPr sz="2800" b="1">
                <a:solidFill>
                  <a:srgbClr val="C00000"/>
                </a:solidFill>
                <a:latin typeface="Lato"/>
                <a:ea typeface="Lato"/>
                <a:cs typeface="Lato"/>
              </a:defRPr>
            </a:lvl2pPr>
            <a:lvl3pPr algn="l">
              <a:buNone/>
              <a:defRPr sz="2800" b="1">
                <a:solidFill>
                  <a:srgbClr val="C00000"/>
                </a:solidFill>
                <a:latin typeface="Lato"/>
                <a:ea typeface="Lato"/>
                <a:cs typeface="Lato"/>
              </a:defRPr>
            </a:lvl3pPr>
            <a:lvl4pPr algn="l">
              <a:buNone/>
              <a:defRPr sz="2800" b="1">
                <a:solidFill>
                  <a:srgbClr val="C00000"/>
                </a:solidFill>
                <a:latin typeface="Lato"/>
                <a:ea typeface="Lato"/>
                <a:cs typeface="Lato"/>
              </a:defRPr>
            </a:lvl4pPr>
            <a:lvl5pPr algn="l">
              <a:buNone/>
              <a:defRPr sz="2800" b="1">
                <a:solidFill>
                  <a:srgbClr val="C00000"/>
                </a:solidFill>
                <a:latin typeface="Lato"/>
                <a:ea typeface="Lato"/>
                <a:cs typeface="Lato"/>
              </a:defRPr>
            </a:lvl5pPr>
            <a:lvl6pPr algn="l">
              <a:buNone/>
              <a:defRPr sz="2800" b="1">
                <a:solidFill>
                  <a:srgbClr val="C00000"/>
                </a:solidFill>
                <a:latin typeface="Lato"/>
                <a:ea typeface="Lato"/>
                <a:cs typeface="Lato"/>
              </a:defRPr>
            </a:lvl6pPr>
            <a:lvl7pPr algn="l">
              <a:buNone/>
              <a:defRPr sz="2800" b="1">
                <a:solidFill>
                  <a:srgbClr val="C00000"/>
                </a:solidFill>
                <a:latin typeface="Lato"/>
                <a:ea typeface="Lato"/>
                <a:cs typeface="Lato"/>
              </a:defRPr>
            </a:lvl7pPr>
            <a:lvl8pPr algn="l">
              <a:buNone/>
              <a:defRPr sz="2800" b="1">
                <a:solidFill>
                  <a:srgbClr val="C00000"/>
                </a:solidFill>
                <a:latin typeface="Lato"/>
                <a:ea typeface="Lato"/>
                <a:cs typeface="Lato"/>
              </a:defRPr>
            </a:lvl8pPr>
            <a:lvl9pPr algn="l">
              <a:buNone/>
              <a:defRPr sz="2800" b="1">
                <a:solidFill>
                  <a:srgbClr val="C00000"/>
                </a:solidFill>
                <a:latin typeface="Lato"/>
                <a:ea typeface="Lato"/>
                <a:cs typeface="Lato"/>
              </a:defRPr>
            </a:lvl9pPr>
          </a:lstStyle>
          <a:p>
            <a:pPr algn="l">
              <a:buNone/>
              <a:defRPr sz="2800" b="1">
                <a:solidFill>
                  <a:srgbClr val="C00000"/>
                </a:solidFill>
                <a:latin typeface="Lato"/>
                <a:ea typeface="Lato"/>
                <a:cs typeface="Lato"/>
              </a:defRPr>
            </a:pPr>
            <a:r>
              <a:rPr sz="2800" b="1">
                <a:solidFill>
                  <a:srgbClr val="C00000"/>
                </a:solidFill>
                <a:latin typeface="Lato"/>
                <a:ea typeface="Lato"/>
                <a:cs typeface="Lato"/>
              </a:rPr>
              <a:t>Đề tài:</a:t>
            </a:r>
          </a:p>
        </p:txBody>
      </p:sp>
      <p:sp>
        <p:nvSpPr>
          <p:cNvPr id="4" name="TÊN ĐỀ TÀI">
            <a:extLst>
              <a:ext uri="{FF2B5EF4-FFF2-40B4-BE49-F238E27FC236}">
                <a16:creationId xmlns:a16="http://schemas.microsoft.com/office/drawing/2014/main" id="{616047C3-4D66-40A1-8B2E-466D69E39556}"/>
              </a:ext>
            </a:extLst>
          </p:cNvPr>
          <p:cNvSpPr>
            <a:spLocks noGrp="1"/>
          </p:cNvSpPr>
          <p:nvPr/>
        </p:nvSpPr>
        <p:spPr>
          <a:xfrm>
            <a:off x="483394" y="2571750"/>
            <a:ext cx="9810750" cy="1181100"/>
          </a:xfrm>
          <a:prstGeom prst="rect">
            <a:avLst/>
          </a:prstGeom>
          <a:noFill/>
          <a:ln w="0">
            <a:noFill/>
          </a:ln>
        </p:spPr>
        <p:txBody>
          <a:bodyPr wrap="square" lIns="0" tIns="0" rIns="0" bIns="0" anchor="t">
            <a:noAutofit/>
          </a:bodyPr>
          <a:lstStyle>
            <a:defPPr algn="l">
              <a:defRPr sz="4000" b="1">
                <a:solidFill>
                  <a:srgbClr val="C00000"/>
                </a:solidFill>
                <a:latin typeface="Lato"/>
                <a:ea typeface="Lato"/>
                <a:cs typeface="Lato"/>
              </a:defRPr>
            </a:defPPr>
            <a:lvl1pPr algn="l">
              <a:buNone/>
              <a:defRPr sz="4000" b="1">
                <a:solidFill>
                  <a:srgbClr val="C00000"/>
                </a:solidFill>
                <a:latin typeface="Lato"/>
                <a:ea typeface="Lato"/>
                <a:cs typeface="Lato"/>
              </a:defRPr>
            </a:lvl1pPr>
            <a:lvl2pPr algn="l">
              <a:buNone/>
              <a:defRPr sz="4000" b="1">
                <a:solidFill>
                  <a:srgbClr val="C00000"/>
                </a:solidFill>
                <a:latin typeface="Lato"/>
                <a:ea typeface="Lato"/>
                <a:cs typeface="Lato"/>
              </a:defRPr>
            </a:lvl2pPr>
            <a:lvl3pPr algn="l">
              <a:buNone/>
              <a:defRPr sz="4000" b="1">
                <a:solidFill>
                  <a:srgbClr val="C00000"/>
                </a:solidFill>
                <a:latin typeface="Lato"/>
                <a:ea typeface="Lato"/>
                <a:cs typeface="Lato"/>
              </a:defRPr>
            </a:lvl3pPr>
            <a:lvl4pPr algn="l">
              <a:buNone/>
              <a:defRPr sz="4000" b="1">
                <a:solidFill>
                  <a:srgbClr val="C00000"/>
                </a:solidFill>
                <a:latin typeface="Lato"/>
                <a:ea typeface="Lato"/>
                <a:cs typeface="Lato"/>
              </a:defRPr>
            </a:lvl4pPr>
            <a:lvl5pPr algn="l">
              <a:buNone/>
              <a:defRPr sz="4000" b="1">
                <a:solidFill>
                  <a:srgbClr val="C00000"/>
                </a:solidFill>
                <a:latin typeface="Lato"/>
                <a:ea typeface="Lato"/>
                <a:cs typeface="Lato"/>
              </a:defRPr>
            </a:lvl5pPr>
            <a:lvl6pPr algn="l">
              <a:buNone/>
              <a:defRPr sz="4000" b="1">
                <a:solidFill>
                  <a:srgbClr val="C00000"/>
                </a:solidFill>
                <a:latin typeface="Lato"/>
                <a:ea typeface="Lato"/>
                <a:cs typeface="Lato"/>
              </a:defRPr>
            </a:lvl6pPr>
            <a:lvl7pPr algn="l">
              <a:buNone/>
              <a:defRPr sz="4000" b="1">
                <a:solidFill>
                  <a:srgbClr val="C00000"/>
                </a:solidFill>
                <a:latin typeface="Lato"/>
                <a:ea typeface="Lato"/>
                <a:cs typeface="Lato"/>
              </a:defRPr>
            </a:lvl7pPr>
            <a:lvl8pPr algn="l">
              <a:buNone/>
              <a:defRPr sz="4000" b="1">
                <a:solidFill>
                  <a:srgbClr val="C00000"/>
                </a:solidFill>
                <a:latin typeface="Lato"/>
                <a:ea typeface="Lato"/>
                <a:cs typeface="Lato"/>
              </a:defRPr>
            </a:lvl8pPr>
            <a:lvl9pPr algn="l">
              <a:buNone/>
              <a:defRPr sz="4000" b="1">
                <a:solidFill>
                  <a:srgbClr val="C00000"/>
                </a:solidFill>
                <a:latin typeface="Lato"/>
                <a:ea typeface="Lato"/>
                <a:cs typeface="Lato"/>
              </a:defRPr>
            </a:lvl9pPr>
          </a:lstStyle>
          <a:p>
            <a:pPr algn="l">
              <a:buNone/>
              <a:defRPr sz="4000" b="1">
                <a:solidFill>
                  <a:srgbClr val="C00000"/>
                </a:solidFill>
                <a:latin typeface="Lato"/>
                <a:ea typeface="Lato"/>
                <a:cs typeface="Lato"/>
              </a:defRPr>
            </a:pPr>
            <a:r>
              <a:rPr lang="en-US" dirty="0"/>
              <a:t>HỆ THỐNG IOT CẢNH BÁO CHÁY</a:t>
            </a:r>
            <a:endParaRPr sz="4000" b="1" dirty="0">
              <a:solidFill>
                <a:srgbClr val="C00000"/>
              </a:solidFill>
              <a:latin typeface="Lato"/>
              <a:ea typeface="Lato"/>
              <a:cs typeface="Lato"/>
            </a:endParaRPr>
          </a:p>
        </p:txBody>
      </p:sp>
      <p:sp>
        <p:nvSpPr>
          <p:cNvPr id="8" name="Nhóm: …                    Lớp: …&#10;Thành viên và mã sinh viên">
            <a:extLst>
              <a:ext uri="{FF2B5EF4-FFF2-40B4-BE49-F238E27FC236}">
                <a16:creationId xmlns:a16="http://schemas.microsoft.com/office/drawing/2014/main" id="{7F95A36E-667B-4AEE-BF6F-A2A1660FFEBA}"/>
              </a:ext>
            </a:extLst>
          </p:cNvPr>
          <p:cNvSpPr>
            <a:spLocks noGrp="1"/>
          </p:cNvSpPr>
          <p:nvPr/>
        </p:nvSpPr>
        <p:spPr>
          <a:xfrm>
            <a:off x="483394" y="3752850"/>
            <a:ext cx="9620250" cy="1866900"/>
          </a:xfrm>
          <a:prstGeom prst="rect">
            <a:avLst/>
          </a:prstGeom>
          <a:noFill/>
          <a:ln w="0">
            <a:noFill/>
          </a:ln>
        </p:spPr>
        <p:txBody>
          <a:bodyPr wrap="square" lIns="0" tIns="0" rIns="0" bIns="0" anchor="t">
            <a:noAutofit/>
          </a:bodyPr>
          <a:lstStyle>
            <a:defPPr algn="l">
              <a:defRPr sz="1800" b="0">
                <a:solidFill>
                  <a:srgbClr val="C00000"/>
                </a:solidFill>
                <a:latin typeface="Lato"/>
                <a:ea typeface="Lato"/>
                <a:cs typeface="Lato"/>
              </a:defRPr>
            </a:defPPr>
            <a:lvl1pPr algn="l">
              <a:buNone/>
              <a:defRPr sz="1800" b="0">
                <a:solidFill>
                  <a:srgbClr val="C00000"/>
                </a:solidFill>
                <a:latin typeface="Lato"/>
                <a:ea typeface="Lato"/>
                <a:cs typeface="Lato"/>
              </a:defRPr>
            </a:lvl1pPr>
            <a:lvl2pPr algn="l">
              <a:buNone/>
              <a:defRPr sz="1800" b="0">
                <a:solidFill>
                  <a:srgbClr val="C00000"/>
                </a:solidFill>
                <a:latin typeface="Lato"/>
                <a:ea typeface="Lato"/>
                <a:cs typeface="Lato"/>
              </a:defRPr>
            </a:lvl2pPr>
            <a:lvl3pPr algn="l">
              <a:buNone/>
              <a:defRPr sz="1800" b="0">
                <a:solidFill>
                  <a:srgbClr val="C00000"/>
                </a:solidFill>
                <a:latin typeface="Lato"/>
                <a:ea typeface="Lato"/>
                <a:cs typeface="Lato"/>
              </a:defRPr>
            </a:lvl3pPr>
            <a:lvl4pPr algn="l">
              <a:buNone/>
              <a:defRPr sz="1800" b="0">
                <a:solidFill>
                  <a:srgbClr val="C00000"/>
                </a:solidFill>
                <a:latin typeface="Lato"/>
                <a:ea typeface="Lato"/>
                <a:cs typeface="Lato"/>
              </a:defRPr>
            </a:lvl4pPr>
            <a:lvl5pPr algn="l">
              <a:buNone/>
              <a:defRPr sz="1800" b="0">
                <a:solidFill>
                  <a:srgbClr val="C00000"/>
                </a:solidFill>
                <a:latin typeface="Lato"/>
                <a:ea typeface="Lato"/>
                <a:cs typeface="Lato"/>
              </a:defRPr>
            </a:lvl5pPr>
            <a:lvl6pPr algn="l">
              <a:buNone/>
              <a:defRPr sz="1800" b="0">
                <a:solidFill>
                  <a:srgbClr val="C00000"/>
                </a:solidFill>
                <a:latin typeface="Lato"/>
                <a:ea typeface="Lato"/>
                <a:cs typeface="Lato"/>
              </a:defRPr>
            </a:lvl6pPr>
            <a:lvl7pPr algn="l">
              <a:buNone/>
              <a:defRPr sz="1800" b="0">
                <a:solidFill>
                  <a:srgbClr val="C00000"/>
                </a:solidFill>
                <a:latin typeface="Lato"/>
                <a:ea typeface="Lato"/>
                <a:cs typeface="Lato"/>
              </a:defRPr>
            </a:lvl7pPr>
            <a:lvl8pPr algn="l">
              <a:buNone/>
              <a:defRPr sz="1800" b="0">
                <a:solidFill>
                  <a:srgbClr val="C00000"/>
                </a:solidFill>
                <a:latin typeface="Lato"/>
                <a:ea typeface="Lato"/>
                <a:cs typeface="Lato"/>
              </a:defRPr>
            </a:lvl8pPr>
            <a:lvl9pPr algn="l">
              <a:buNone/>
              <a:defRPr sz="1800" b="0">
                <a:solidFill>
                  <a:srgbClr val="C00000"/>
                </a:solidFill>
                <a:latin typeface="Lato"/>
                <a:ea typeface="Lato"/>
                <a:cs typeface="Lato"/>
              </a:defRPr>
            </a:lvl9pPr>
          </a:lstStyle>
          <a:p>
            <a:pPr algn="l">
              <a:buNone/>
              <a:defRPr sz="1800" b="0">
                <a:solidFill>
                  <a:srgbClr val="C00000"/>
                </a:solidFill>
                <a:latin typeface="Lato"/>
                <a:ea typeface="Lato"/>
                <a:cs typeface="Lato"/>
              </a:defRPr>
            </a:pPr>
            <a:r>
              <a:rPr sz="1800" b="0" dirty="0" err="1">
                <a:solidFill>
                  <a:srgbClr val="C00000"/>
                </a:solidFill>
                <a:latin typeface="Lato"/>
                <a:ea typeface="Lato"/>
                <a:cs typeface="Lato"/>
              </a:rPr>
              <a:t>Nhóm</a:t>
            </a:r>
            <a:r>
              <a:rPr sz="1800" b="0" dirty="0">
                <a:solidFill>
                  <a:srgbClr val="C00000"/>
                </a:solidFill>
                <a:latin typeface="Lato"/>
                <a:ea typeface="Lato"/>
                <a:cs typeface="Lato"/>
              </a:rPr>
              <a:t>: </a:t>
            </a:r>
            <a:r>
              <a:rPr lang="en-US" sz="1800" b="0" dirty="0">
                <a:solidFill>
                  <a:srgbClr val="C00000"/>
                </a:solidFill>
                <a:latin typeface="Lato"/>
                <a:ea typeface="Lato"/>
                <a:cs typeface="Lato"/>
              </a:rPr>
              <a:t>04</a:t>
            </a:r>
            <a:r>
              <a:rPr sz="1800" b="0" dirty="0">
                <a:solidFill>
                  <a:srgbClr val="C00000"/>
                </a:solidFill>
                <a:latin typeface="Lato"/>
                <a:ea typeface="Lato"/>
                <a:cs typeface="Lato"/>
              </a:rPr>
              <a:t>                    </a:t>
            </a:r>
            <a:r>
              <a:rPr lang="en-US" sz="1800" b="0" dirty="0">
                <a:solidFill>
                  <a:srgbClr val="C00000"/>
                </a:solidFill>
                <a:latin typeface="Lato"/>
                <a:ea typeface="Lato"/>
                <a:cs typeface="Lato"/>
              </a:rPr>
              <a:t>	</a:t>
            </a:r>
            <a:r>
              <a:rPr sz="1800" b="0" dirty="0" err="1">
                <a:solidFill>
                  <a:srgbClr val="C00000"/>
                </a:solidFill>
                <a:latin typeface="Lato"/>
                <a:ea typeface="Lato"/>
                <a:cs typeface="Lato"/>
              </a:rPr>
              <a:t>Lớp</a:t>
            </a:r>
            <a:r>
              <a:rPr sz="1800" b="0" dirty="0">
                <a:solidFill>
                  <a:srgbClr val="C00000"/>
                </a:solidFill>
                <a:latin typeface="Lato"/>
                <a:ea typeface="Lato"/>
                <a:cs typeface="Lato"/>
              </a:rPr>
              <a:t>: </a:t>
            </a:r>
            <a:r>
              <a:rPr lang="en-US" sz="1800" b="0" dirty="0">
                <a:solidFill>
                  <a:srgbClr val="C00000"/>
                </a:solidFill>
                <a:latin typeface="Lato"/>
                <a:ea typeface="Lato"/>
                <a:cs typeface="Lato"/>
              </a:rPr>
              <a:t>08</a:t>
            </a:r>
            <a:endParaRPr sz="1800" b="0" dirty="0">
              <a:solidFill>
                <a:srgbClr val="C00000"/>
              </a:solidFill>
              <a:latin typeface="Lato"/>
              <a:ea typeface="Lato"/>
              <a:cs typeface="Lato"/>
            </a:endParaRPr>
          </a:p>
          <a:p>
            <a:pPr algn="l">
              <a:buNone/>
              <a:defRPr sz="1800" b="0">
                <a:solidFill>
                  <a:srgbClr val="C00000"/>
                </a:solidFill>
                <a:latin typeface="Lato"/>
                <a:ea typeface="Lato"/>
                <a:cs typeface="Lato"/>
              </a:defRPr>
            </a:pPr>
            <a:r>
              <a:rPr lang="en-US" sz="1800" b="0" dirty="0" err="1">
                <a:solidFill>
                  <a:srgbClr val="C00000"/>
                </a:solidFill>
                <a:latin typeface="Lato"/>
                <a:ea typeface="Lato"/>
                <a:cs typeface="Lato"/>
              </a:rPr>
              <a:t>Mã</a:t>
            </a:r>
            <a:r>
              <a:rPr lang="en-US" sz="1800" b="0" dirty="0">
                <a:solidFill>
                  <a:srgbClr val="C00000"/>
                </a:solidFill>
                <a:latin typeface="Lato"/>
                <a:ea typeface="Lato"/>
                <a:cs typeface="Lato"/>
              </a:rPr>
              <a:t> </a:t>
            </a:r>
            <a:r>
              <a:rPr lang="en-US" sz="1800" b="0" dirty="0" err="1">
                <a:solidFill>
                  <a:srgbClr val="C00000"/>
                </a:solidFill>
                <a:latin typeface="Lato"/>
                <a:ea typeface="Lato"/>
                <a:cs typeface="Lato"/>
              </a:rPr>
              <a:t>sinh</a:t>
            </a:r>
            <a:r>
              <a:rPr lang="en-US" sz="1800" b="0" dirty="0">
                <a:solidFill>
                  <a:srgbClr val="C00000"/>
                </a:solidFill>
                <a:latin typeface="Lato"/>
                <a:ea typeface="Lato"/>
                <a:cs typeface="Lato"/>
              </a:rPr>
              <a:t> </a:t>
            </a:r>
            <a:r>
              <a:rPr lang="en-US" sz="1800" b="0" dirty="0" err="1">
                <a:solidFill>
                  <a:srgbClr val="C00000"/>
                </a:solidFill>
                <a:latin typeface="Lato"/>
                <a:ea typeface="Lato"/>
                <a:cs typeface="Lato"/>
              </a:rPr>
              <a:t>viên</a:t>
            </a:r>
            <a:r>
              <a:rPr lang="en-US" sz="1800" b="0" dirty="0">
                <a:solidFill>
                  <a:srgbClr val="C00000"/>
                </a:solidFill>
                <a:latin typeface="Lato"/>
                <a:ea typeface="Lato"/>
                <a:cs typeface="Lato"/>
              </a:rPr>
              <a:t>		</a:t>
            </a:r>
            <a:r>
              <a:rPr lang="en-US" sz="1800" b="0" dirty="0" err="1">
                <a:solidFill>
                  <a:srgbClr val="C00000"/>
                </a:solidFill>
                <a:latin typeface="Lato"/>
                <a:ea typeface="Lato"/>
                <a:cs typeface="Lato"/>
              </a:rPr>
              <a:t>Tên</a:t>
            </a:r>
            <a:endParaRPr lang="en-US" sz="1800" b="0" dirty="0">
              <a:solidFill>
                <a:srgbClr val="C00000"/>
              </a:solidFill>
              <a:latin typeface="Lato"/>
              <a:ea typeface="Lato"/>
              <a:cs typeface="Lato"/>
            </a:endParaRPr>
          </a:p>
          <a:p>
            <a:pPr algn="l">
              <a:buNone/>
              <a:defRPr sz="1800" b="0">
                <a:solidFill>
                  <a:srgbClr val="C00000"/>
                </a:solidFill>
                <a:latin typeface="Lato"/>
                <a:ea typeface="Lato"/>
                <a:cs typeface="Lato"/>
              </a:defRPr>
            </a:pPr>
            <a:r>
              <a:rPr lang="en-US" dirty="0"/>
              <a:t>B23DCCN004		Nguyễn Văn An</a:t>
            </a:r>
          </a:p>
          <a:p>
            <a:pPr algn="l">
              <a:buNone/>
              <a:defRPr sz="1800" b="0">
                <a:solidFill>
                  <a:srgbClr val="C00000"/>
                </a:solidFill>
                <a:latin typeface="Lato"/>
                <a:ea typeface="Lato"/>
                <a:cs typeface="Lato"/>
              </a:defRPr>
            </a:pPr>
            <a:r>
              <a:rPr lang="en-US" sz="1800" i="0" dirty="0">
                <a:effectLst/>
                <a:latin typeface="Arial" panose="020B0604020202020204" pitchFamily="34" charset="0"/>
              </a:rPr>
              <a:t>B23DCCN498		</a:t>
            </a:r>
            <a:r>
              <a:rPr lang="en-US" sz="1800" i="0" dirty="0" err="1">
                <a:effectLst/>
                <a:latin typeface="Arial" panose="020B0604020202020204" pitchFamily="34" charset="0"/>
              </a:rPr>
              <a:t>Hà</a:t>
            </a:r>
            <a:r>
              <a:rPr lang="en-US" sz="1800" i="0" dirty="0">
                <a:effectLst/>
                <a:latin typeface="Arial" panose="020B0604020202020204" pitchFamily="34" charset="0"/>
              </a:rPr>
              <a:t> </a:t>
            </a:r>
            <a:r>
              <a:rPr lang="en-US" sz="1800" i="0" dirty="0" err="1">
                <a:effectLst/>
                <a:latin typeface="Arial" panose="020B0604020202020204" pitchFamily="34" charset="0"/>
              </a:rPr>
              <a:t>Hải</a:t>
            </a:r>
            <a:r>
              <a:rPr lang="en-US" sz="1800" i="0" dirty="0">
                <a:effectLst/>
                <a:latin typeface="Arial" panose="020B0604020202020204" pitchFamily="34" charset="0"/>
              </a:rPr>
              <a:t> Long </a:t>
            </a:r>
            <a:endParaRPr lang="en-US" dirty="0"/>
          </a:p>
          <a:p>
            <a:pPr algn="l">
              <a:buNone/>
              <a:defRPr sz="1800" b="0">
                <a:solidFill>
                  <a:srgbClr val="C00000"/>
                </a:solidFill>
                <a:latin typeface="Lato"/>
                <a:ea typeface="Lato"/>
                <a:cs typeface="Lato"/>
              </a:defRPr>
            </a:pPr>
            <a:r>
              <a:rPr lang="en-US" sz="1800" i="0" dirty="0">
                <a:effectLst/>
                <a:latin typeface="Arial" panose="020B0604020202020204" pitchFamily="34" charset="0"/>
              </a:rPr>
              <a:t>B23DCCN914		</a:t>
            </a:r>
            <a:r>
              <a:rPr lang="en-US" dirty="0" err="1">
                <a:latin typeface="Arial" panose="020B0604020202020204" pitchFamily="34" charset="0"/>
              </a:rPr>
              <a:t>Đặng</a:t>
            </a:r>
            <a:r>
              <a:rPr lang="en-US" dirty="0">
                <a:latin typeface="Arial" panose="020B0604020202020204" pitchFamily="34" charset="0"/>
              </a:rPr>
              <a:t> </a:t>
            </a:r>
            <a:r>
              <a:rPr lang="en-US" dirty="0" err="1">
                <a:latin typeface="Arial" panose="020B0604020202020204" pitchFamily="34" charset="0"/>
              </a:rPr>
              <a:t>Kỳ</a:t>
            </a:r>
            <a:r>
              <a:rPr lang="en-US" dirty="0">
                <a:latin typeface="Arial" panose="020B0604020202020204" pitchFamily="34" charset="0"/>
              </a:rPr>
              <a:t> </a:t>
            </a:r>
            <a:r>
              <a:rPr lang="en-US" dirty="0" err="1">
                <a:latin typeface="Arial" panose="020B0604020202020204" pitchFamily="34" charset="0"/>
              </a:rPr>
              <a:t>Vĩ</a:t>
            </a:r>
            <a:endParaRPr lang="en-US" dirty="0">
              <a:latin typeface="Arial" panose="020B0604020202020204" pitchFamily="34" charset="0"/>
            </a:endParaRPr>
          </a:p>
          <a:p>
            <a:pPr algn="l">
              <a:buNone/>
              <a:defRPr sz="1800" b="0">
                <a:solidFill>
                  <a:srgbClr val="C00000"/>
                </a:solidFill>
                <a:latin typeface="Lato"/>
                <a:ea typeface="Lato"/>
                <a:cs typeface="Lato"/>
              </a:defRPr>
            </a:pPr>
            <a:r>
              <a:rPr lang="en-US" sz="1800" i="0" dirty="0">
                <a:effectLst/>
                <a:latin typeface="Arial" panose="020B0604020202020204" pitchFamily="34" charset="0"/>
              </a:rPr>
              <a:t>B23DCCN617 		</a:t>
            </a:r>
            <a:r>
              <a:rPr lang="en-US" sz="1800" i="0" dirty="0" err="1">
                <a:effectLst/>
                <a:latin typeface="Arial" panose="020B0604020202020204" pitchFamily="34" charset="0"/>
              </a:rPr>
              <a:t>Vũ</a:t>
            </a:r>
            <a:r>
              <a:rPr lang="en-US" sz="1800" i="0" dirty="0">
                <a:effectLst/>
                <a:latin typeface="Arial" panose="020B0604020202020204" pitchFamily="34" charset="0"/>
              </a:rPr>
              <a:t> </a:t>
            </a:r>
            <a:r>
              <a:rPr lang="en-US" sz="1800" i="0" dirty="0" err="1">
                <a:effectLst/>
                <a:latin typeface="Arial" panose="020B0604020202020204" pitchFamily="34" charset="0"/>
              </a:rPr>
              <a:t>Thành</a:t>
            </a:r>
            <a:r>
              <a:rPr lang="en-US" sz="1800" i="0" dirty="0">
                <a:effectLst/>
                <a:latin typeface="Arial" panose="020B0604020202020204" pitchFamily="34" charset="0"/>
              </a:rPr>
              <a:t> </a:t>
            </a:r>
            <a:r>
              <a:rPr lang="en-US" sz="1800" i="0" dirty="0" err="1">
                <a:effectLst/>
                <a:latin typeface="Arial" panose="020B0604020202020204" pitchFamily="34" charset="0"/>
              </a:rPr>
              <a:t>Nguyên</a:t>
            </a:r>
            <a:endParaRPr lang="en-US" dirty="0">
              <a:latin typeface="Arial" panose="020B0604020202020204" pitchFamily="34" charset="0"/>
            </a:endParaRPr>
          </a:p>
          <a:p>
            <a:pPr algn="l">
              <a:buNone/>
              <a:defRPr sz="1800" b="0">
                <a:solidFill>
                  <a:srgbClr val="C00000"/>
                </a:solidFill>
                <a:latin typeface="Lato"/>
                <a:ea typeface="Lato"/>
                <a:cs typeface="Lato"/>
              </a:defRPr>
            </a:pPr>
            <a:endParaRPr lang="en-US" dirty="0"/>
          </a:p>
          <a:p>
            <a:pPr algn="l">
              <a:buNone/>
              <a:defRPr sz="1800" b="0">
                <a:solidFill>
                  <a:srgbClr val="C00000"/>
                </a:solidFill>
                <a:latin typeface="Lato"/>
                <a:ea typeface="Lato"/>
                <a:cs typeface="Lato"/>
              </a:defRPr>
            </a:pPr>
            <a:endParaRPr lang="en-US" dirty="0"/>
          </a:p>
          <a:p>
            <a:pPr algn="l">
              <a:buNone/>
              <a:defRPr sz="1800" b="0">
                <a:solidFill>
                  <a:srgbClr val="C00000"/>
                </a:solidFill>
                <a:latin typeface="Lato"/>
                <a:ea typeface="Lato"/>
                <a:cs typeface="Lato"/>
              </a:defRPr>
            </a:pPr>
            <a:endParaRPr sz="1800" b="0" dirty="0">
              <a:solidFill>
                <a:srgbClr val="C00000"/>
              </a:solidFill>
              <a:latin typeface="Lato"/>
              <a:ea typeface="Lato"/>
              <a:cs typeface="Lato"/>
            </a:endParaRPr>
          </a:p>
        </p:txBody>
      </p:sp>
    </p:spTree>
    <p:extLst>
      <p:ext uri="{BB962C8B-B14F-4D97-AF65-F5344CB8AC3E}">
        <p14:creationId xmlns:p14="http://schemas.microsoft.com/office/powerpoint/2010/main" val="1269006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72E4E68-9F67-46E2-947E-6C95F777FA01}"/>
              </a:ext>
            </a:extLst>
          </p:cNvPr>
          <p:cNvPicPr>
            <a:picLocks noChangeAspect="1"/>
          </p:cNvPicPr>
          <p:nvPr/>
        </p:nvPicPr>
        <p:blipFill>
          <a:blip r:embed="rId3"/>
          <a:srcRect l="5" r="5"/>
          <a:stretch>
            <a:fillRect/>
          </a:stretch>
        </p:blipFill>
        <p:spPr>
          <a:xfrm>
            <a:off x="304800" y="6229350"/>
            <a:ext cx="2971800" cy="344329"/>
          </a:xfrm>
          <a:prstGeom prst="rect">
            <a:avLst/>
          </a:prstGeom>
        </p:spPr>
      </p:pic>
      <p:cxnSp>
        <p:nvCxnSpPr>
          <p:cNvPr id="12" name="Đường chân trang theo mẫu">
            <a:extLst>
              <a:ext uri="{FF2B5EF4-FFF2-40B4-BE49-F238E27FC236}">
                <a16:creationId xmlns:a16="http://schemas.microsoft.com/office/drawing/2014/main" id="{C0D7F272-88B0-4853-AFE1-9DAA225A32D7}"/>
              </a:ext>
            </a:extLst>
          </p:cNvPr>
          <p:cNvCxnSpPr/>
          <p:nvPr/>
        </p:nvCxnSpPr>
        <p:spPr>
          <a:xfrm>
            <a:off x="3619500" y="6391275"/>
            <a:ext cx="8258175" cy="0"/>
          </a:xfrm>
          <a:prstGeom prst="straightConnector1">
            <a:avLst/>
          </a:prstGeom>
          <a:ln w="11906">
            <a:solidFill>
              <a:srgbClr val="C00000"/>
            </a:solidFill>
          </a:ln>
        </p:spPr>
      </p:cxnSp>
      <p:sp>
        <p:nvSpPr>
          <p:cNvPr id="13" name="2">
            <a:extLst>
              <a:ext uri="{FF2B5EF4-FFF2-40B4-BE49-F238E27FC236}">
                <a16:creationId xmlns:a16="http://schemas.microsoft.com/office/drawing/2014/main" id="{50BE5F2A-83C4-4E96-9F79-819DFD462FF8}"/>
              </a:ext>
            </a:extLst>
          </p:cNvPr>
          <p:cNvSpPr>
            <a:spLocks noGrp="1"/>
          </p:cNvSpPr>
          <p:nvPr/>
        </p:nvSpPr>
        <p:spPr>
          <a:xfrm>
            <a:off x="11144250" y="6515100"/>
            <a:ext cx="666750" cy="247650"/>
          </a:xfrm>
          <a:prstGeom prst="rect">
            <a:avLst/>
          </a:prstGeom>
          <a:noFill/>
          <a:ln w="0">
            <a:noFill/>
          </a:ln>
        </p:spPr>
        <p:txBody>
          <a:bodyPr wrap="square" lIns="0" tIns="0" rIns="0" bIns="0" anchor="t">
            <a:noAutofit/>
          </a:bodyPr>
          <a:lstStyle>
            <a:defPPr algn="r">
              <a:defRPr sz="1200" b="0">
                <a:solidFill>
                  <a:srgbClr val="C00000"/>
                </a:solidFill>
                <a:latin typeface="Lato"/>
                <a:ea typeface="Lato"/>
                <a:cs typeface="Lato"/>
              </a:defRPr>
            </a:defPPr>
            <a:lvl1pPr algn="r">
              <a:buNone/>
              <a:defRPr sz="1200" b="0">
                <a:solidFill>
                  <a:srgbClr val="C00000"/>
                </a:solidFill>
                <a:latin typeface="Lato"/>
                <a:ea typeface="Lato"/>
                <a:cs typeface="Lato"/>
              </a:defRPr>
            </a:lvl1pPr>
            <a:lvl2pPr algn="r">
              <a:buNone/>
              <a:defRPr sz="1200" b="0">
                <a:solidFill>
                  <a:srgbClr val="C00000"/>
                </a:solidFill>
                <a:latin typeface="Lato"/>
                <a:ea typeface="Lato"/>
                <a:cs typeface="Lato"/>
              </a:defRPr>
            </a:lvl2pPr>
            <a:lvl3pPr algn="r">
              <a:buNone/>
              <a:defRPr sz="1200" b="0">
                <a:solidFill>
                  <a:srgbClr val="C00000"/>
                </a:solidFill>
                <a:latin typeface="Lato"/>
                <a:ea typeface="Lato"/>
                <a:cs typeface="Lato"/>
              </a:defRPr>
            </a:lvl3pPr>
            <a:lvl4pPr algn="r">
              <a:buNone/>
              <a:defRPr sz="1200" b="0">
                <a:solidFill>
                  <a:srgbClr val="C00000"/>
                </a:solidFill>
                <a:latin typeface="Lato"/>
                <a:ea typeface="Lato"/>
                <a:cs typeface="Lato"/>
              </a:defRPr>
            </a:lvl4pPr>
            <a:lvl5pPr algn="r">
              <a:buNone/>
              <a:defRPr sz="1200" b="0">
                <a:solidFill>
                  <a:srgbClr val="C00000"/>
                </a:solidFill>
                <a:latin typeface="Lato"/>
                <a:ea typeface="Lato"/>
                <a:cs typeface="Lato"/>
              </a:defRPr>
            </a:lvl5pPr>
            <a:lvl6pPr algn="r">
              <a:buNone/>
              <a:defRPr sz="1200" b="0">
                <a:solidFill>
                  <a:srgbClr val="C00000"/>
                </a:solidFill>
                <a:latin typeface="Lato"/>
                <a:ea typeface="Lato"/>
                <a:cs typeface="Lato"/>
              </a:defRPr>
            </a:lvl6pPr>
            <a:lvl7pPr algn="r">
              <a:buNone/>
              <a:defRPr sz="1200" b="0">
                <a:solidFill>
                  <a:srgbClr val="C00000"/>
                </a:solidFill>
                <a:latin typeface="Lato"/>
                <a:ea typeface="Lato"/>
                <a:cs typeface="Lato"/>
              </a:defRPr>
            </a:lvl7pPr>
            <a:lvl8pPr algn="r">
              <a:buNone/>
              <a:defRPr sz="1200" b="0">
                <a:solidFill>
                  <a:srgbClr val="C00000"/>
                </a:solidFill>
                <a:latin typeface="Lato"/>
                <a:ea typeface="Lato"/>
                <a:cs typeface="Lato"/>
              </a:defRPr>
            </a:lvl8pPr>
            <a:lvl9pPr algn="r">
              <a:buNone/>
              <a:defRPr sz="1200" b="0">
                <a:solidFill>
                  <a:srgbClr val="C00000"/>
                </a:solidFill>
                <a:latin typeface="Lato"/>
                <a:ea typeface="Lato"/>
                <a:cs typeface="Lato"/>
              </a:defRPr>
            </a:lvl9pPr>
          </a:lstStyle>
          <a:p>
            <a:pPr algn="r">
              <a:buNone/>
              <a:defRPr sz="1200" b="0">
                <a:solidFill>
                  <a:srgbClr val="C00000"/>
                </a:solidFill>
                <a:latin typeface="Lato"/>
                <a:ea typeface="Lato"/>
                <a:cs typeface="Lato"/>
              </a:defRPr>
            </a:pPr>
            <a:r>
              <a:rPr sz="1200" b="0">
                <a:solidFill>
                  <a:srgbClr val="C00000"/>
                </a:solidFill>
                <a:latin typeface="Lato"/>
                <a:ea typeface="Lato"/>
                <a:cs typeface="Lato"/>
              </a:rPr>
              <a:t>2</a:t>
            </a:r>
          </a:p>
        </p:txBody>
      </p:sp>
      <p:sp>
        <p:nvSpPr>
          <p:cNvPr id="14" name="Google Shape;110;p5">
            <a:extLst>
              <a:ext uri="{FF2B5EF4-FFF2-40B4-BE49-F238E27FC236}">
                <a16:creationId xmlns:a16="http://schemas.microsoft.com/office/drawing/2014/main" id="{A2CB82B1-3CD9-423E-BD45-29507987BC84}"/>
              </a:ext>
            </a:extLst>
          </p:cNvPr>
          <p:cNvSpPr>
            <a:spLocks noGrp="1"/>
          </p:cNvSpPr>
          <p:nvPr/>
        </p:nvSpPr>
        <p:spPr>
          <a:xfrm>
            <a:off x="778933" y="471926"/>
            <a:ext cx="3353795" cy="861269"/>
          </a:xfrm>
          <a:prstGeom prst="rect">
            <a:avLst/>
          </a:prstGeom>
          <a:solidFill>
            <a:srgbClr val="C00000"/>
          </a:solidFill>
          <a:ln>
            <a:noFill/>
          </a:ln>
        </p:spPr>
        <p:txBody>
          <a:bodyPr spcFirstLastPara="1" wrap="square" lIns="91425" tIns="45700" rIns="91425" bIns="45700" anchor="t">
            <a:noAutofit/>
          </a:bodyPr>
          <a:lstStyle/>
          <a:p>
            <a:pPr marL="0" marR="0" lvl="0" indent="0" algn="l">
              <a:lnSpc>
                <a:spcPct val="100000"/>
              </a:lnSpc>
              <a:spcBef>
                <a:spcPts val="0"/>
              </a:spcBef>
              <a:spcAft>
                <a:spcPts val="0"/>
              </a:spcAft>
              <a:buClr>
                <a:schemeClr val="lt1"/>
              </a:buClr>
              <a:buSzPts val="4800"/>
              <a:buFont typeface="Lato"/>
              <a:buNone/>
            </a:pPr>
            <a:r>
              <a:rPr sz="4800" b="1" i="0" u="none" strike="noStrike" cap="none">
                <a:solidFill>
                  <a:schemeClr val="lt1"/>
                </a:solidFill>
                <a:latin typeface="Lato"/>
                <a:ea typeface="Lato"/>
                <a:cs typeface="Lato"/>
              </a:rPr>
              <a:t>NỘI DUNG</a:t>
            </a:r>
            <a:endParaRPr sz="4800" b="1" i="0" u="none" strike="noStrike" cap="none">
              <a:solidFill>
                <a:srgbClr val="003366"/>
              </a:solidFill>
              <a:latin typeface="Lato"/>
              <a:ea typeface="Lato"/>
              <a:cs typeface="Lato"/>
            </a:endParaRPr>
          </a:p>
        </p:txBody>
      </p:sp>
      <p:sp>
        <p:nvSpPr>
          <p:cNvPr id="15" name="Google Shape;112;p5">
            <a:extLst>
              <a:ext uri="{FF2B5EF4-FFF2-40B4-BE49-F238E27FC236}">
                <a16:creationId xmlns:a16="http://schemas.microsoft.com/office/drawing/2014/main" id="{DFBDDC5A-9AAF-4C02-8D8E-D71AB2F41824}"/>
              </a:ext>
            </a:extLst>
          </p:cNvPr>
          <p:cNvSpPr>
            <a:spLocks noGrp="1"/>
          </p:cNvSpPr>
          <p:nvPr/>
        </p:nvSpPr>
        <p:spPr>
          <a:xfrm>
            <a:off x="4192848" y="477105"/>
            <a:ext cx="3507834" cy="849686"/>
          </a:xfrm>
          <a:prstGeom prst="rect">
            <a:avLst/>
          </a:prstGeom>
          <a:noFill/>
          <a:ln>
            <a:noFill/>
          </a:ln>
        </p:spPr>
        <p:txBody>
          <a:bodyPr spcFirstLastPara="1" wrap="square" lIns="91425" tIns="45700" rIns="91425" bIns="45700" anchor="t">
            <a:noAutofit/>
          </a:bodyPr>
          <a:lstStyle/>
          <a:p>
            <a:pPr marL="0" marR="0" lvl="0" indent="0" algn="l">
              <a:lnSpc>
                <a:spcPct val="100000"/>
              </a:lnSpc>
              <a:spcBef>
                <a:spcPts val="0"/>
              </a:spcBef>
              <a:spcAft>
                <a:spcPts val="0"/>
              </a:spcAft>
              <a:buClr>
                <a:srgbClr val="003366"/>
              </a:buClr>
              <a:buSzPts val="4800"/>
              <a:buFont typeface="Lato"/>
              <a:buNone/>
            </a:pPr>
            <a:r>
              <a:rPr sz="4800" b="1" i="0" u="none" strike="noStrike" cap="none">
                <a:solidFill>
                  <a:srgbClr val="003366"/>
                </a:solidFill>
                <a:latin typeface="Lato"/>
                <a:ea typeface="Lato"/>
                <a:cs typeface="Lato"/>
              </a:rPr>
              <a:t>TRÌNH BÀY</a:t>
            </a:r>
            <a:endParaRPr/>
          </a:p>
        </p:txBody>
      </p:sp>
      <p:sp>
        <p:nvSpPr>
          <p:cNvPr id="16" name="Google Shape;113;p5">
            <a:extLst>
              <a:ext uri="{FF2B5EF4-FFF2-40B4-BE49-F238E27FC236}">
                <a16:creationId xmlns:a16="http://schemas.microsoft.com/office/drawing/2014/main" id="{BF7C5B26-EDA6-48C4-8088-42A0CFB456DB}"/>
              </a:ext>
            </a:extLst>
          </p:cNvPr>
          <p:cNvSpPr>
            <a:spLocks noGrp="1"/>
          </p:cNvSpPr>
          <p:nvPr/>
        </p:nvSpPr>
        <p:spPr>
          <a:xfrm>
            <a:off x="778933" y="1973956"/>
            <a:ext cx="557107" cy="556256"/>
          </a:xfrm>
          <a:prstGeom prst="rect">
            <a:avLst/>
          </a:prstGeom>
          <a:solidFill>
            <a:srgbClr val="003366"/>
          </a:solidFill>
          <a:ln w="12700" cap="flat" cmpd="sng">
            <a:solidFill>
              <a:srgbClr val="31538F"/>
            </a:solidFill>
            <a:prstDash val="solid"/>
            <a:miter/>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r>
              <a:rPr sz="2400" b="1" i="0" u="none" strike="noStrike" cap="none">
                <a:solidFill>
                  <a:schemeClr val="lt1"/>
                </a:solidFill>
                <a:latin typeface="Lato"/>
                <a:ea typeface="Lato"/>
                <a:cs typeface="Lato"/>
              </a:rPr>
              <a:t>1</a:t>
            </a:r>
          </a:p>
        </p:txBody>
      </p:sp>
      <p:sp>
        <p:nvSpPr>
          <p:cNvPr id="17" name="Google Shape;114;p5">
            <a:extLst>
              <a:ext uri="{FF2B5EF4-FFF2-40B4-BE49-F238E27FC236}">
                <a16:creationId xmlns:a16="http://schemas.microsoft.com/office/drawing/2014/main" id="{5181966E-8928-4ADC-B9CE-BE83266F965B}"/>
              </a:ext>
            </a:extLst>
          </p:cNvPr>
          <p:cNvSpPr>
            <a:spLocks noGrp="1"/>
          </p:cNvSpPr>
          <p:nvPr/>
        </p:nvSpPr>
        <p:spPr>
          <a:xfrm>
            <a:off x="1386510" y="1925487"/>
            <a:ext cx="7524750" cy="573362"/>
          </a:xfrm>
          <a:prstGeom prst="rect">
            <a:avLst/>
          </a:prstGeom>
          <a:noFill/>
          <a:ln>
            <a:noFill/>
          </a:ln>
        </p:spPr>
        <p:txBody>
          <a:bodyPr spcFirstLastPara="1" wrap="square" lIns="91425" tIns="45700" rIns="91425" bIns="45700" anchor="t">
            <a:spAutoFit/>
          </a:bodyPr>
          <a:lstStyle/>
          <a:p>
            <a:pPr marL="0" marR="0" lvl="0" indent="0" algn="l">
              <a:lnSpc>
                <a:spcPct val="150000"/>
              </a:lnSpc>
              <a:spcBef>
                <a:spcPts val="0"/>
              </a:spcBef>
              <a:spcAft>
                <a:spcPts val="0"/>
              </a:spcAft>
              <a:buNone/>
            </a:pPr>
            <a:r>
              <a:rPr sz="2400" b="1" i="0" u="none" strike="noStrike" cap="none">
                <a:solidFill>
                  <a:srgbClr val="003366"/>
                </a:solidFill>
                <a:latin typeface="Lato"/>
                <a:ea typeface="Lato"/>
                <a:cs typeface="Lato"/>
              </a:rPr>
              <a:t>BÀI TOÁN VÀ PHẦN CỨNG</a:t>
            </a:r>
          </a:p>
        </p:txBody>
      </p:sp>
      <p:sp>
        <p:nvSpPr>
          <p:cNvPr id="18" name="Google Shape;115;p5">
            <a:extLst>
              <a:ext uri="{FF2B5EF4-FFF2-40B4-BE49-F238E27FC236}">
                <a16:creationId xmlns:a16="http://schemas.microsoft.com/office/drawing/2014/main" id="{A3C1EEF9-EEEE-4446-9BCA-33D6FC8DE439}"/>
              </a:ext>
            </a:extLst>
          </p:cNvPr>
          <p:cNvSpPr>
            <a:spLocks noGrp="1"/>
          </p:cNvSpPr>
          <p:nvPr/>
        </p:nvSpPr>
        <p:spPr>
          <a:xfrm>
            <a:off x="1386510" y="3824560"/>
            <a:ext cx="7524750" cy="573362"/>
          </a:xfrm>
          <a:prstGeom prst="rect">
            <a:avLst/>
          </a:prstGeom>
          <a:noFill/>
          <a:ln>
            <a:noFill/>
          </a:ln>
        </p:spPr>
        <p:txBody>
          <a:bodyPr spcFirstLastPara="1" wrap="square" lIns="91425" tIns="45700" rIns="91425" bIns="45700" anchor="t">
            <a:spAutoFit/>
          </a:bodyPr>
          <a:lstStyle/>
          <a:p>
            <a:pPr marL="0" marR="0" lvl="0" indent="0" algn="l">
              <a:lnSpc>
                <a:spcPct val="150000"/>
              </a:lnSpc>
              <a:spcBef>
                <a:spcPts val="0"/>
              </a:spcBef>
              <a:spcAft>
                <a:spcPts val="0"/>
              </a:spcAft>
              <a:buNone/>
            </a:pPr>
            <a:r>
              <a:rPr sz="2400" b="1" i="0" u="none" strike="noStrike" cap="none">
                <a:solidFill>
                  <a:srgbClr val="003366"/>
                </a:solidFill>
                <a:latin typeface="Lato"/>
                <a:ea typeface="Lato"/>
                <a:cs typeface="Lato"/>
              </a:rPr>
              <a:t>CẢNH BÁO VÀ BẢO MẬT</a:t>
            </a:r>
          </a:p>
        </p:txBody>
      </p:sp>
      <p:sp>
        <p:nvSpPr>
          <p:cNvPr id="19" name="Google Shape;116;p5">
            <a:extLst>
              <a:ext uri="{FF2B5EF4-FFF2-40B4-BE49-F238E27FC236}">
                <a16:creationId xmlns:a16="http://schemas.microsoft.com/office/drawing/2014/main" id="{E53C596A-8539-471F-B07D-6C26DD742785}"/>
              </a:ext>
            </a:extLst>
          </p:cNvPr>
          <p:cNvSpPr>
            <a:spLocks noGrp="1"/>
          </p:cNvSpPr>
          <p:nvPr/>
        </p:nvSpPr>
        <p:spPr>
          <a:xfrm>
            <a:off x="1386510" y="2859479"/>
            <a:ext cx="7524750" cy="573362"/>
          </a:xfrm>
          <a:prstGeom prst="rect">
            <a:avLst/>
          </a:prstGeom>
          <a:noFill/>
          <a:ln>
            <a:noFill/>
          </a:ln>
        </p:spPr>
        <p:txBody>
          <a:bodyPr spcFirstLastPara="1" wrap="square" lIns="91425" tIns="45700" rIns="91425" bIns="45700" anchor="t">
            <a:spAutoFit/>
          </a:bodyPr>
          <a:lstStyle/>
          <a:p>
            <a:pPr marL="0" marR="0" lvl="0" indent="0" algn="l">
              <a:lnSpc>
                <a:spcPct val="150000"/>
              </a:lnSpc>
              <a:spcBef>
                <a:spcPts val="0"/>
              </a:spcBef>
              <a:spcAft>
                <a:spcPts val="0"/>
              </a:spcAft>
              <a:buNone/>
            </a:pPr>
            <a:r>
              <a:rPr sz="2400" b="1" i="0" u="none" strike="noStrike" cap="none">
                <a:solidFill>
                  <a:srgbClr val="003366"/>
                </a:solidFill>
                <a:latin typeface="Lato"/>
                <a:ea typeface="Lato"/>
                <a:cs typeface="Lato"/>
              </a:rPr>
              <a:t>KIẾN TRÚC VÀ BACKEND</a:t>
            </a:r>
          </a:p>
        </p:txBody>
      </p:sp>
      <p:sp>
        <p:nvSpPr>
          <p:cNvPr id="20" name="Google Shape;117;p5">
            <a:extLst>
              <a:ext uri="{FF2B5EF4-FFF2-40B4-BE49-F238E27FC236}">
                <a16:creationId xmlns:a16="http://schemas.microsoft.com/office/drawing/2014/main" id="{030B52D9-1D9E-4CF7-BF49-AD31D5158ED0}"/>
              </a:ext>
            </a:extLst>
          </p:cNvPr>
          <p:cNvSpPr>
            <a:spLocks noGrp="1"/>
          </p:cNvSpPr>
          <p:nvPr/>
        </p:nvSpPr>
        <p:spPr>
          <a:xfrm>
            <a:off x="1386510" y="4775972"/>
            <a:ext cx="7524750" cy="573362"/>
          </a:xfrm>
          <a:prstGeom prst="rect">
            <a:avLst/>
          </a:prstGeom>
          <a:noFill/>
          <a:ln>
            <a:noFill/>
          </a:ln>
        </p:spPr>
        <p:txBody>
          <a:bodyPr spcFirstLastPara="1" wrap="square" lIns="91425" tIns="45700" rIns="91425" bIns="45700" anchor="t">
            <a:spAutoFit/>
          </a:bodyPr>
          <a:lstStyle/>
          <a:p>
            <a:pPr marL="0" marR="0" lvl="0" indent="0" algn="l">
              <a:lnSpc>
                <a:spcPct val="150000"/>
              </a:lnSpc>
              <a:spcBef>
                <a:spcPts val="0"/>
              </a:spcBef>
              <a:spcAft>
                <a:spcPts val="0"/>
              </a:spcAft>
              <a:buNone/>
            </a:pPr>
            <a:r>
              <a:rPr sz="2400" b="1" i="0" u="none" strike="noStrike" cap="none">
                <a:solidFill>
                  <a:srgbClr val="003366"/>
                </a:solidFill>
                <a:latin typeface="Lato"/>
                <a:ea typeface="Lato"/>
                <a:cs typeface="Lato"/>
              </a:rPr>
              <a:t>TÍCH HỢP VÀ TỔNG KẾT</a:t>
            </a:r>
          </a:p>
        </p:txBody>
      </p:sp>
      <p:sp>
        <p:nvSpPr>
          <p:cNvPr id="21" name="Google Shape;118;p5">
            <a:extLst>
              <a:ext uri="{FF2B5EF4-FFF2-40B4-BE49-F238E27FC236}">
                <a16:creationId xmlns:a16="http://schemas.microsoft.com/office/drawing/2014/main" id="{FAA8A4EA-F373-401D-972C-7729AEC8C705}"/>
              </a:ext>
            </a:extLst>
          </p:cNvPr>
          <p:cNvSpPr>
            <a:spLocks noGrp="1"/>
          </p:cNvSpPr>
          <p:nvPr/>
        </p:nvSpPr>
        <p:spPr>
          <a:xfrm>
            <a:off x="778933" y="2924826"/>
            <a:ext cx="557107" cy="556256"/>
          </a:xfrm>
          <a:prstGeom prst="rect">
            <a:avLst/>
          </a:prstGeom>
          <a:solidFill>
            <a:srgbClr val="003366"/>
          </a:solidFill>
          <a:ln w="12700" cap="flat" cmpd="sng">
            <a:solidFill>
              <a:srgbClr val="31538F"/>
            </a:solidFill>
            <a:prstDash val="solid"/>
            <a:miter/>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r>
              <a:rPr sz="2400" b="1" i="0" u="none" strike="noStrike" cap="none">
                <a:solidFill>
                  <a:schemeClr val="lt1"/>
                </a:solidFill>
                <a:latin typeface="Lato"/>
                <a:ea typeface="Lato"/>
                <a:cs typeface="Lato"/>
              </a:rPr>
              <a:t>2</a:t>
            </a:r>
          </a:p>
        </p:txBody>
      </p:sp>
      <p:sp>
        <p:nvSpPr>
          <p:cNvPr id="22" name="Google Shape;119;p5">
            <a:extLst>
              <a:ext uri="{FF2B5EF4-FFF2-40B4-BE49-F238E27FC236}">
                <a16:creationId xmlns:a16="http://schemas.microsoft.com/office/drawing/2014/main" id="{CA334C02-6D64-4761-BAE1-BA2F52269F32}"/>
              </a:ext>
            </a:extLst>
          </p:cNvPr>
          <p:cNvSpPr>
            <a:spLocks noGrp="1"/>
          </p:cNvSpPr>
          <p:nvPr/>
        </p:nvSpPr>
        <p:spPr>
          <a:xfrm>
            <a:off x="778933" y="3875696"/>
            <a:ext cx="557107" cy="556256"/>
          </a:xfrm>
          <a:prstGeom prst="rect">
            <a:avLst/>
          </a:prstGeom>
          <a:solidFill>
            <a:srgbClr val="003366"/>
          </a:solidFill>
          <a:ln w="12700" cap="flat" cmpd="sng">
            <a:solidFill>
              <a:srgbClr val="31538F"/>
            </a:solidFill>
            <a:prstDash val="solid"/>
            <a:miter/>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r>
              <a:rPr sz="2400" b="1" i="0" u="none" strike="noStrike" cap="none">
                <a:solidFill>
                  <a:schemeClr val="lt1"/>
                </a:solidFill>
                <a:latin typeface="Lato"/>
                <a:ea typeface="Lato"/>
                <a:cs typeface="Lato"/>
              </a:rPr>
              <a:t>3</a:t>
            </a:r>
          </a:p>
        </p:txBody>
      </p:sp>
      <p:sp>
        <p:nvSpPr>
          <p:cNvPr id="23" name="Google Shape;120;p5">
            <a:extLst>
              <a:ext uri="{FF2B5EF4-FFF2-40B4-BE49-F238E27FC236}">
                <a16:creationId xmlns:a16="http://schemas.microsoft.com/office/drawing/2014/main" id="{22C734D3-6567-4CE2-9C1C-EC448DCDA0BD}"/>
              </a:ext>
            </a:extLst>
          </p:cNvPr>
          <p:cNvSpPr>
            <a:spLocks noGrp="1"/>
          </p:cNvSpPr>
          <p:nvPr/>
        </p:nvSpPr>
        <p:spPr>
          <a:xfrm>
            <a:off x="778933" y="4826566"/>
            <a:ext cx="557107" cy="556256"/>
          </a:xfrm>
          <a:prstGeom prst="rect">
            <a:avLst/>
          </a:prstGeom>
          <a:solidFill>
            <a:srgbClr val="003366"/>
          </a:solidFill>
          <a:ln w="12700" cap="flat" cmpd="sng">
            <a:solidFill>
              <a:srgbClr val="31538F"/>
            </a:solidFill>
            <a:prstDash val="solid"/>
            <a:miter/>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r>
              <a:rPr sz="2400" b="1" i="0" u="none" strike="noStrike" cap="none">
                <a:solidFill>
                  <a:schemeClr val="lt1"/>
                </a:solidFill>
                <a:latin typeface="Lato"/>
                <a:ea typeface="Lato"/>
                <a:cs typeface="Lato"/>
              </a:rPr>
              <a:t>4</a:t>
            </a:r>
          </a:p>
        </p:txBody>
      </p:sp>
    </p:spTree>
    <p:extLst>
      <p:ext uri="{BB962C8B-B14F-4D97-AF65-F5344CB8AC3E}">
        <p14:creationId xmlns:p14="http://schemas.microsoft.com/office/powerpoint/2010/main" val="1541645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Google Shape;176;p8">
            <a:extLst>
              <a:ext uri="{FF2B5EF4-FFF2-40B4-BE49-F238E27FC236}">
                <a16:creationId xmlns:a16="http://schemas.microsoft.com/office/drawing/2014/main" id="{4E598D0C-7662-40A6-B0E5-57249D51781C}"/>
              </a:ext>
            </a:extLst>
          </p:cNvPr>
          <p:cNvSpPr>
            <a:spLocks noGrp="1"/>
          </p:cNvSpPr>
          <p:nvPr/>
        </p:nvSpPr>
        <p:spPr>
          <a:xfrm>
            <a:off x="287868" y="260081"/>
            <a:ext cx="660399" cy="527140"/>
          </a:xfrm>
          <a:prstGeom prst="rect">
            <a:avLst/>
          </a:prstGeom>
          <a:solidFill>
            <a:srgbClr val="C00000"/>
          </a:solidFill>
          <a:ln>
            <a:noFill/>
          </a:ln>
        </p:spPr>
        <p:txBody>
          <a:bodyPr spcFirstLastPara="1" wrap="square" lIns="91425" tIns="45700" rIns="91425" bIns="45700" anchor="t">
            <a:noAutofit/>
          </a:bodyPr>
          <a:lstStyle/>
          <a:p>
            <a:pPr marL="0" marR="0" lvl="0" indent="0" algn="ctr">
              <a:lnSpc>
                <a:spcPct val="90000"/>
              </a:lnSpc>
              <a:spcBef>
                <a:spcPts val="0"/>
              </a:spcBef>
              <a:spcAft>
                <a:spcPts val="0"/>
              </a:spcAft>
              <a:buClr>
                <a:schemeClr val="lt1"/>
              </a:buClr>
              <a:buSzPts val="3200"/>
              <a:buFont typeface="Lato"/>
              <a:buNone/>
            </a:pPr>
            <a:r>
              <a:rPr sz="3200" b="1" i="0" u="none" strike="noStrike" cap="none">
                <a:solidFill>
                  <a:schemeClr val="lt1"/>
                </a:solidFill>
                <a:latin typeface="Lato"/>
                <a:ea typeface="Lato"/>
                <a:cs typeface="Lato"/>
              </a:rPr>
              <a:t>1</a:t>
            </a:r>
            <a:endParaRPr/>
          </a:p>
        </p:txBody>
      </p:sp>
      <p:sp>
        <p:nvSpPr>
          <p:cNvPr id="2" name="Google Shape;181;p8">
            <a:extLst>
              <a:ext uri="{FF2B5EF4-FFF2-40B4-BE49-F238E27FC236}">
                <a16:creationId xmlns:a16="http://schemas.microsoft.com/office/drawing/2014/main" id="{A57C218D-4CE3-4159-94BD-1BD06BEC562F}"/>
              </a:ext>
            </a:extLst>
          </p:cNvPr>
          <p:cNvSpPr>
            <a:spLocks noGrp="1"/>
          </p:cNvSpPr>
          <p:nvPr/>
        </p:nvSpPr>
        <p:spPr>
          <a:xfrm>
            <a:off x="1032933" y="230370"/>
            <a:ext cx="10668000" cy="523173"/>
          </a:xfrm>
          <a:prstGeom prst="rect">
            <a:avLst/>
          </a:prstGeom>
          <a:noFill/>
          <a:ln>
            <a:noFill/>
          </a:ln>
        </p:spPr>
        <p:txBody>
          <a:bodyPr spcFirstLastPara="1" wrap="square" lIns="91425" tIns="45700" rIns="91425" bIns="45700" anchor="t">
            <a:noAutofit/>
          </a:bodyPr>
          <a:lstStyle/>
          <a:p>
            <a:pPr marL="0" marR="0" lvl="0" indent="0" algn="l">
              <a:lnSpc>
                <a:spcPct val="90000"/>
              </a:lnSpc>
              <a:spcBef>
                <a:spcPts val="0"/>
              </a:spcBef>
              <a:spcAft>
                <a:spcPts val="0"/>
              </a:spcAft>
              <a:buClr>
                <a:srgbClr val="003366"/>
              </a:buClr>
              <a:buSzPts val="3200"/>
              <a:buFont typeface="Lato"/>
              <a:buNone/>
            </a:pPr>
            <a:r>
              <a:rPr sz="3200" b="1" i="0" u="none" strike="noStrike" cap="none">
                <a:solidFill>
                  <a:srgbClr val="003366"/>
                </a:solidFill>
                <a:latin typeface="Lato"/>
                <a:ea typeface="Lato"/>
                <a:cs typeface="Lato"/>
              </a:rPr>
              <a:t>BÀI TOÁN VÀ PHẦN CỨNG</a:t>
            </a:r>
            <a:endParaRPr/>
          </a:p>
        </p:txBody>
      </p:sp>
      <p:cxnSp>
        <p:nvCxnSpPr>
          <p:cNvPr id="3" name="Google Shape;182;p8">
            <a:extLst>
              <a:ext uri="{FF2B5EF4-FFF2-40B4-BE49-F238E27FC236}">
                <a16:creationId xmlns:a16="http://schemas.microsoft.com/office/drawing/2014/main" id="{19CC35DC-3738-434A-B130-653953B8200B}"/>
              </a:ext>
            </a:extLst>
          </p:cNvPr>
          <p:cNvCxnSpPr/>
          <p:nvPr/>
        </p:nvCxnSpPr>
        <p:spPr>
          <a:xfrm rot="10800000" flipH="1">
            <a:off x="1134533" y="753543"/>
            <a:ext cx="3976827" cy="1144"/>
          </a:xfrm>
          <a:prstGeom prst="straightConnector1">
            <a:avLst/>
          </a:prstGeom>
          <a:ln w="38100" cap="flat">
            <a:solidFill>
              <a:srgbClr val="C00000"/>
            </a:solidFill>
            <a:prstDash val="solid"/>
            <a:miter/>
            <a:headEnd type="none" w="sm" len="sm"/>
            <a:tailEnd type="none" w="sm" len="sm"/>
          </a:ln>
        </p:spPr>
      </p:cxnSp>
      <p:pic>
        <p:nvPicPr>
          <p:cNvPr id="4" name="Picture 3">
            <a:extLst>
              <a:ext uri="{FF2B5EF4-FFF2-40B4-BE49-F238E27FC236}">
                <a16:creationId xmlns:a16="http://schemas.microsoft.com/office/drawing/2014/main" id="{B1172565-D668-4D9B-BEDF-EA7714368E85}"/>
              </a:ext>
            </a:extLst>
          </p:cNvPr>
          <p:cNvPicPr>
            <a:picLocks noChangeAspect="1"/>
          </p:cNvPicPr>
          <p:nvPr/>
        </p:nvPicPr>
        <p:blipFill>
          <a:blip r:embed="rId3"/>
          <a:srcRect l="5" r="5"/>
          <a:stretch>
            <a:fillRect/>
          </a:stretch>
        </p:blipFill>
        <p:spPr>
          <a:xfrm>
            <a:off x="304800" y="6229350"/>
            <a:ext cx="2971800" cy="344329"/>
          </a:xfrm>
          <a:prstGeom prst="rect">
            <a:avLst/>
          </a:prstGeom>
        </p:spPr>
      </p:pic>
      <p:cxnSp>
        <p:nvCxnSpPr>
          <p:cNvPr id="5" name="Đường chân trang theo mẫu">
            <a:extLst>
              <a:ext uri="{FF2B5EF4-FFF2-40B4-BE49-F238E27FC236}">
                <a16:creationId xmlns:a16="http://schemas.microsoft.com/office/drawing/2014/main" id="{FCDC4E60-6524-4DB0-9ED6-5BA4EDB06883}"/>
              </a:ext>
            </a:extLst>
          </p:cNvPr>
          <p:cNvCxnSpPr/>
          <p:nvPr/>
        </p:nvCxnSpPr>
        <p:spPr>
          <a:xfrm>
            <a:off x="3619500" y="6391275"/>
            <a:ext cx="8258175" cy="0"/>
          </a:xfrm>
          <a:prstGeom prst="straightConnector1">
            <a:avLst/>
          </a:prstGeom>
          <a:ln w="11906">
            <a:solidFill>
              <a:srgbClr val="C00000"/>
            </a:solidFill>
          </a:ln>
        </p:spPr>
      </p:cxnSp>
      <p:sp>
        <p:nvSpPr>
          <p:cNvPr id="6" name="2">
            <a:extLst>
              <a:ext uri="{FF2B5EF4-FFF2-40B4-BE49-F238E27FC236}">
                <a16:creationId xmlns:a16="http://schemas.microsoft.com/office/drawing/2014/main" id="{50BE5F2A-83C4-4E96-9F79-819DFD462FF8}"/>
              </a:ext>
            </a:extLst>
          </p:cNvPr>
          <p:cNvSpPr>
            <a:spLocks noGrp="1"/>
          </p:cNvSpPr>
          <p:nvPr/>
        </p:nvSpPr>
        <p:spPr>
          <a:xfrm>
            <a:off x="11144250" y="6515100"/>
            <a:ext cx="666750" cy="247650"/>
          </a:xfrm>
          <a:prstGeom prst="rect">
            <a:avLst/>
          </a:prstGeom>
          <a:noFill/>
          <a:ln w="0">
            <a:noFill/>
          </a:ln>
        </p:spPr>
        <p:txBody>
          <a:bodyPr wrap="square" lIns="0" tIns="0" rIns="0" bIns="0" anchor="t">
            <a:noAutofit/>
          </a:bodyPr>
          <a:lstStyle>
            <a:defPPr algn="r">
              <a:defRPr sz="1200" b="0">
                <a:solidFill>
                  <a:srgbClr val="C00000"/>
                </a:solidFill>
                <a:latin typeface="Lato"/>
                <a:ea typeface="Lato"/>
                <a:cs typeface="Lato"/>
              </a:defRPr>
            </a:defPPr>
            <a:lvl1pPr algn="r">
              <a:buNone/>
              <a:defRPr sz="1200" b="0">
                <a:solidFill>
                  <a:srgbClr val="C00000"/>
                </a:solidFill>
                <a:latin typeface="Lato"/>
                <a:ea typeface="Lato"/>
                <a:cs typeface="Lato"/>
              </a:defRPr>
            </a:lvl1pPr>
            <a:lvl2pPr algn="r">
              <a:buNone/>
              <a:defRPr sz="1200" b="0">
                <a:solidFill>
                  <a:srgbClr val="C00000"/>
                </a:solidFill>
                <a:latin typeface="Lato"/>
                <a:ea typeface="Lato"/>
                <a:cs typeface="Lato"/>
              </a:defRPr>
            </a:lvl2pPr>
            <a:lvl3pPr algn="r">
              <a:buNone/>
              <a:defRPr sz="1200" b="0">
                <a:solidFill>
                  <a:srgbClr val="C00000"/>
                </a:solidFill>
                <a:latin typeface="Lato"/>
                <a:ea typeface="Lato"/>
                <a:cs typeface="Lato"/>
              </a:defRPr>
            </a:lvl3pPr>
            <a:lvl4pPr algn="r">
              <a:buNone/>
              <a:defRPr sz="1200" b="0">
                <a:solidFill>
                  <a:srgbClr val="C00000"/>
                </a:solidFill>
                <a:latin typeface="Lato"/>
                <a:ea typeface="Lato"/>
                <a:cs typeface="Lato"/>
              </a:defRPr>
            </a:lvl4pPr>
            <a:lvl5pPr algn="r">
              <a:buNone/>
              <a:defRPr sz="1200" b="0">
                <a:solidFill>
                  <a:srgbClr val="C00000"/>
                </a:solidFill>
                <a:latin typeface="Lato"/>
                <a:ea typeface="Lato"/>
                <a:cs typeface="Lato"/>
              </a:defRPr>
            </a:lvl5pPr>
            <a:lvl6pPr algn="r">
              <a:buNone/>
              <a:defRPr sz="1200" b="0">
                <a:solidFill>
                  <a:srgbClr val="C00000"/>
                </a:solidFill>
                <a:latin typeface="Lato"/>
                <a:ea typeface="Lato"/>
                <a:cs typeface="Lato"/>
              </a:defRPr>
            </a:lvl6pPr>
            <a:lvl7pPr algn="r">
              <a:buNone/>
              <a:defRPr sz="1200" b="0">
                <a:solidFill>
                  <a:srgbClr val="C00000"/>
                </a:solidFill>
                <a:latin typeface="Lato"/>
                <a:ea typeface="Lato"/>
                <a:cs typeface="Lato"/>
              </a:defRPr>
            </a:lvl7pPr>
            <a:lvl8pPr algn="r">
              <a:buNone/>
              <a:defRPr sz="1200" b="0">
                <a:solidFill>
                  <a:srgbClr val="C00000"/>
                </a:solidFill>
                <a:latin typeface="Lato"/>
                <a:ea typeface="Lato"/>
                <a:cs typeface="Lato"/>
              </a:defRPr>
            </a:lvl8pPr>
            <a:lvl9pPr algn="r">
              <a:buNone/>
              <a:defRPr sz="1200" b="0">
                <a:solidFill>
                  <a:srgbClr val="C00000"/>
                </a:solidFill>
                <a:latin typeface="Lato"/>
                <a:ea typeface="Lato"/>
                <a:cs typeface="Lato"/>
              </a:defRPr>
            </a:lvl9pPr>
          </a:lstStyle>
          <a:p>
            <a:pPr algn="r">
              <a:buNone/>
              <a:defRPr sz="1200" b="0">
                <a:solidFill>
                  <a:srgbClr val="C00000"/>
                </a:solidFill>
                <a:latin typeface="Lato"/>
                <a:ea typeface="Lato"/>
                <a:cs typeface="Lato"/>
              </a:defRPr>
            </a:pPr>
            <a:r>
              <a:rPr sz="1200" b="0">
                <a:solidFill>
                  <a:srgbClr val="C00000"/>
                </a:solidFill>
                <a:latin typeface="Lato"/>
                <a:ea typeface="Lato"/>
                <a:cs typeface="Lato"/>
              </a:rPr>
              <a:t>3</a:t>
            </a:r>
          </a:p>
        </p:txBody>
      </p:sp>
      <p:sp>
        <p:nvSpPr>
          <p:cNvPr id="10" name="59% thuộc nhóm không có báo khói&#10;hoặc thiết bị không hoạt động.">
            <a:extLst>
              <a:ext uri="{FF2B5EF4-FFF2-40B4-BE49-F238E27FC236}">
                <a16:creationId xmlns:a16="http://schemas.microsoft.com/office/drawing/2014/main" id="{5F4571DC-154D-4C89-AE06-F4DF143769B2}"/>
              </a:ext>
            </a:extLst>
          </p:cNvPr>
          <p:cNvSpPr>
            <a:spLocks noGrp="1"/>
          </p:cNvSpPr>
          <p:nvPr/>
        </p:nvSpPr>
        <p:spPr>
          <a:xfrm>
            <a:off x="676275" y="5333123"/>
            <a:ext cx="5238750" cy="581025"/>
          </a:xfrm>
          <a:prstGeom prst="rect">
            <a:avLst/>
          </a:prstGeom>
          <a:noFill/>
          <a:ln w="0">
            <a:noFill/>
          </a:ln>
        </p:spPr>
        <p:txBody>
          <a:bodyPr wrap="square" lIns="0" tIns="0" rIns="0" bIns="0" anchor="t">
            <a:noAutofit/>
          </a:bodyPr>
          <a:lstStyle>
            <a:defPPr algn="l">
              <a:defRPr sz="1800" b="1">
                <a:solidFill>
                  <a:srgbClr val="C00000"/>
                </a:solidFill>
                <a:latin typeface="Lato"/>
                <a:ea typeface="Lato"/>
                <a:cs typeface="Lato"/>
              </a:defRPr>
            </a:defPPr>
            <a:lvl1pPr algn="l">
              <a:buNone/>
              <a:defRPr sz="1800" b="1">
                <a:solidFill>
                  <a:srgbClr val="C00000"/>
                </a:solidFill>
                <a:latin typeface="Lato"/>
                <a:ea typeface="Lato"/>
                <a:cs typeface="Lato"/>
              </a:defRPr>
            </a:lvl1pPr>
            <a:lvl2pPr algn="l">
              <a:buNone/>
              <a:defRPr sz="1800" b="1">
                <a:solidFill>
                  <a:srgbClr val="C00000"/>
                </a:solidFill>
                <a:latin typeface="Lato"/>
                <a:ea typeface="Lato"/>
                <a:cs typeface="Lato"/>
              </a:defRPr>
            </a:lvl2pPr>
            <a:lvl3pPr algn="l">
              <a:buNone/>
              <a:defRPr sz="1800" b="1">
                <a:solidFill>
                  <a:srgbClr val="C00000"/>
                </a:solidFill>
                <a:latin typeface="Lato"/>
                <a:ea typeface="Lato"/>
                <a:cs typeface="Lato"/>
              </a:defRPr>
            </a:lvl3pPr>
            <a:lvl4pPr algn="l">
              <a:buNone/>
              <a:defRPr sz="1800" b="1">
                <a:solidFill>
                  <a:srgbClr val="C00000"/>
                </a:solidFill>
                <a:latin typeface="Lato"/>
                <a:ea typeface="Lato"/>
                <a:cs typeface="Lato"/>
              </a:defRPr>
            </a:lvl4pPr>
            <a:lvl5pPr algn="l">
              <a:buNone/>
              <a:defRPr sz="1800" b="1">
                <a:solidFill>
                  <a:srgbClr val="C00000"/>
                </a:solidFill>
                <a:latin typeface="Lato"/>
                <a:ea typeface="Lato"/>
                <a:cs typeface="Lato"/>
              </a:defRPr>
            </a:lvl5pPr>
            <a:lvl6pPr algn="l">
              <a:buNone/>
              <a:defRPr sz="1800" b="1">
                <a:solidFill>
                  <a:srgbClr val="C00000"/>
                </a:solidFill>
                <a:latin typeface="Lato"/>
                <a:ea typeface="Lato"/>
                <a:cs typeface="Lato"/>
              </a:defRPr>
            </a:lvl6pPr>
            <a:lvl7pPr algn="l">
              <a:buNone/>
              <a:defRPr sz="1800" b="1">
                <a:solidFill>
                  <a:srgbClr val="C00000"/>
                </a:solidFill>
                <a:latin typeface="Lato"/>
                <a:ea typeface="Lato"/>
                <a:cs typeface="Lato"/>
              </a:defRPr>
            </a:lvl7pPr>
            <a:lvl8pPr algn="l">
              <a:buNone/>
              <a:defRPr sz="1800" b="1">
                <a:solidFill>
                  <a:srgbClr val="C00000"/>
                </a:solidFill>
                <a:latin typeface="Lato"/>
                <a:ea typeface="Lato"/>
                <a:cs typeface="Lato"/>
              </a:defRPr>
            </a:lvl8pPr>
            <a:lvl9pPr algn="l">
              <a:buNone/>
              <a:defRPr sz="1800" b="1">
                <a:solidFill>
                  <a:srgbClr val="C00000"/>
                </a:solidFill>
                <a:latin typeface="Lato"/>
                <a:ea typeface="Lato"/>
                <a:cs typeface="Lato"/>
              </a:defRPr>
            </a:lvl9pPr>
          </a:lstStyle>
          <a:p>
            <a:pPr algn="l">
              <a:buNone/>
              <a:defRPr sz="1800" b="1">
                <a:solidFill>
                  <a:srgbClr val="C00000"/>
                </a:solidFill>
                <a:latin typeface="Lato"/>
                <a:ea typeface="Lato"/>
                <a:cs typeface="Lato"/>
              </a:defRPr>
            </a:pPr>
            <a:r>
              <a:rPr lang="en-US" dirty="0"/>
              <a:t>59% ca </a:t>
            </a:r>
            <a:r>
              <a:rPr lang="en-US" dirty="0" err="1"/>
              <a:t>tử</a:t>
            </a:r>
            <a:r>
              <a:rPr lang="en-US" dirty="0"/>
              <a:t> </a:t>
            </a:r>
            <a:r>
              <a:rPr lang="en-US" dirty="0" err="1"/>
              <a:t>vong</a:t>
            </a:r>
            <a:r>
              <a:rPr lang="en-US" dirty="0"/>
              <a:t> </a:t>
            </a:r>
            <a:r>
              <a:rPr lang="en-US" dirty="0" err="1"/>
              <a:t>thuộc</a:t>
            </a:r>
            <a:r>
              <a:rPr lang="en-US" dirty="0"/>
              <a:t> </a:t>
            </a:r>
            <a:r>
              <a:rPr lang="en-US" dirty="0" err="1"/>
              <a:t>nhóm</a:t>
            </a:r>
            <a:r>
              <a:rPr lang="en-US" dirty="0"/>
              <a:t> </a:t>
            </a:r>
            <a:r>
              <a:rPr lang="en-US" dirty="0" err="1"/>
              <a:t>không</a:t>
            </a:r>
            <a:r>
              <a:rPr lang="en-US" dirty="0"/>
              <a:t> </a:t>
            </a:r>
            <a:r>
              <a:rPr lang="en-US" dirty="0" err="1"/>
              <a:t>có</a:t>
            </a:r>
            <a:r>
              <a:rPr lang="en-US" dirty="0"/>
              <a:t> </a:t>
            </a:r>
            <a:r>
              <a:rPr lang="en-US" dirty="0" err="1"/>
              <a:t>báo</a:t>
            </a:r>
            <a:r>
              <a:rPr lang="en-US" dirty="0"/>
              <a:t> </a:t>
            </a:r>
            <a:r>
              <a:rPr lang="en-US" dirty="0" err="1"/>
              <a:t>khói</a:t>
            </a:r>
            <a:r>
              <a:rPr lang="en-US" dirty="0"/>
              <a:t> </a:t>
            </a:r>
            <a:r>
              <a:rPr lang="en-US" dirty="0" err="1"/>
              <a:t>hoặc</a:t>
            </a:r>
            <a:r>
              <a:rPr lang="en-US" dirty="0"/>
              <a:t> </a:t>
            </a:r>
            <a:r>
              <a:rPr lang="en-US" dirty="0" err="1"/>
              <a:t>thiết</a:t>
            </a:r>
            <a:r>
              <a:rPr lang="en-US" dirty="0"/>
              <a:t> </a:t>
            </a:r>
            <a:r>
              <a:rPr lang="en-US" dirty="0" err="1"/>
              <a:t>bị</a:t>
            </a:r>
            <a:r>
              <a:rPr lang="en-US" dirty="0"/>
              <a:t> </a:t>
            </a:r>
            <a:r>
              <a:rPr lang="en-US" dirty="0" err="1"/>
              <a:t>không</a:t>
            </a:r>
            <a:r>
              <a:rPr lang="en-US" dirty="0"/>
              <a:t> </a:t>
            </a:r>
            <a:r>
              <a:rPr lang="en-US" dirty="0" err="1"/>
              <a:t>hoạt</a:t>
            </a:r>
            <a:r>
              <a:rPr lang="en-US" dirty="0"/>
              <a:t> </a:t>
            </a:r>
            <a:r>
              <a:rPr lang="en-US" dirty="0" err="1"/>
              <a:t>động</a:t>
            </a:r>
            <a:r>
              <a:rPr lang="en-US" dirty="0"/>
              <a:t>.</a:t>
            </a:r>
            <a:endParaRPr sz="1800" b="1" dirty="0">
              <a:solidFill>
                <a:srgbClr val="C00000"/>
              </a:solidFill>
              <a:latin typeface="Lato"/>
              <a:ea typeface="Lato"/>
              <a:cs typeface="Lato"/>
            </a:endParaRPr>
          </a:p>
        </p:txBody>
      </p:sp>
      <p:sp>
        <p:nvSpPr>
          <p:cNvPr id="11" name="Tỷ lệ thấp hơn khoảng 60%&#10;khi có báo khói hoạt động.">
            <a:extLst>
              <a:ext uri="{FF2B5EF4-FFF2-40B4-BE49-F238E27FC236}">
                <a16:creationId xmlns:a16="http://schemas.microsoft.com/office/drawing/2014/main" id="{7A743BD7-3FF1-4851-8ACE-8C7FE4924DEB}"/>
              </a:ext>
            </a:extLst>
          </p:cNvPr>
          <p:cNvSpPr>
            <a:spLocks noGrp="1"/>
          </p:cNvSpPr>
          <p:nvPr/>
        </p:nvSpPr>
        <p:spPr>
          <a:xfrm>
            <a:off x="6496050" y="5333123"/>
            <a:ext cx="5143500" cy="581025"/>
          </a:xfrm>
          <a:prstGeom prst="rect">
            <a:avLst/>
          </a:prstGeom>
          <a:noFill/>
          <a:ln w="0">
            <a:noFill/>
          </a:ln>
        </p:spPr>
        <p:txBody>
          <a:bodyPr wrap="square" lIns="0" tIns="0" rIns="0" bIns="0" anchor="t">
            <a:noAutofit/>
          </a:bodyPr>
          <a:lstStyle>
            <a:defPPr algn="l">
              <a:defRPr sz="1800" b="1">
                <a:solidFill>
                  <a:srgbClr val="003366"/>
                </a:solidFill>
                <a:latin typeface="Lato"/>
                <a:ea typeface="Lato"/>
                <a:cs typeface="Lato"/>
              </a:defRPr>
            </a:defPPr>
            <a:lvl1pPr algn="l">
              <a:buNone/>
              <a:defRPr sz="1800" b="1">
                <a:solidFill>
                  <a:srgbClr val="003366"/>
                </a:solidFill>
                <a:latin typeface="Lato"/>
                <a:ea typeface="Lato"/>
                <a:cs typeface="Lato"/>
              </a:defRPr>
            </a:lvl1pPr>
            <a:lvl2pPr algn="l">
              <a:buNone/>
              <a:defRPr sz="1800" b="1">
                <a:solidFill>
                  <a:srgbClr val="003366"/>
                </a:solidFill>
                <a:latin typeface="Lato"/>
                <a:ea typeface="Lato"/>
                <a:cs typeface="Lato"/>
              </a:defRPr>
            </a:lvl2pPr>
            <a:lvl3pPr algn="l">
              <a:buNone/>
              <a:defRPr sz="1800" b="1">
                <a:solidFill>
                  <a:srgbClr val="003366"/>
                </a:solidFill>
                <a:latin typeface="Lato"/>
                <a:ea typeface="Lato"/>
                <a:cs typeface="Lato"/>
              </a:defRPr>
            </a:lvl3pPr>
            <a:lvl4pPr algn="l">
              <a:buNone/>
              <a:defRPr sz="1800" b="1">
                <a:solidFill>
                  <a:srgbClr val="003366"/>
                </a:solidFill>
                <a:latin typeface="Lato"/>
                <a:ea typeface="Lato"/>
                <a:cs typeface="Lato"/>
              </a:defRPr>
            </a:lvl4pPr>
            <a:lvl5pPr algn="l">
              <a:buNone/>
              <a:defRPr sz="1800" b="1">
                <a:solidFill>
                  <a:srgbClr val="003366"/>
                </a:solidFill>
                <a:latin typeface="Lato"/>
                <a:ea typeface="Lato"/>
                <a:cs typeface="Lato"/>
              </a:defRPr>
            </a:lvl5pPr>
            <a:lvl6pPr algn="l">
              <a:buNone/>
              <a:defRPr sz="1800" b="1">
                <a:solidFill>
                  <a:srgbClr val="003366"/>
                </a:solidFill>
                <a:latin typeface="Lato"/>
                <a:ea typeface="Lato"/>
                <a:cs typeface="Lato"/>
              </a:defRPr>
            </a:lvl6pPr>
            <a:lvl7pPr algn="l">
              <a:buNone/>
              <a:defRPr sz="1800" b="1">
                <a:solidFill>
                  <a:srgbClr val="003366"/>
                </a:solidFill>
                <a:latin typeface="Lato"/>
                <a:ea typeface="Lato"/>
                <a:cs typeface="Lato"/>
              </a:defRPr>
            </a:lvl7pPr>
            <a:lvl8pPr algn="l">
              <a:buNone/>
              <a:defRPr sz="1800" b="1">
                <a:solidFill>
                  <a:srgbClr val="003366"/>
                </a:solidFill>
                <a:latin typeface="Lato"/>
                <a:ea typeface="Lato"/>
                <a:cs typeface="Lato"/>
              </a:defRPr>
            </a:lvl8pPr>
            <a:lvl9pPr algn="l">
              <a:buNone/>
              <a:defRPr sz="1800" b="1">
                <a:solidFill>
                  <a:srgbClr val="003366"/>
                </a:solidFill>
                <a:latin typeface="Lato"/>
                <a:ea typeface="Lato"/>
                <a:cs typeface="Lato"/>
              </a:defRPr>
            </a:lvl9pPr>
          </a:lstStyle>
          <a:p>
            <a:pPr algn="l">
              <a:buNone/>
              <a:defRPr sz="1800" b="1">
                <a:solidFill>
                  <a:srgbClr val="003366"/>
                </a:solidFill>
                <a:latin typeface="Lato"/>
                <a:ea typeface="Lato"/>
                <a:cs typeface="Lato"/>
              </a:defRPr>
            </a:pPr>
            <a:r>
              <a:rPr sz="1800" b="1">
                <a:solidFill>
                  <a:srgbClr val="003366"/>
                </a:solidFill>
                <a:latin typeface="Lato"/>
                <a:ea typeface="Lato"/>
                <a:cs typeface="Lato"/>
              </a:rPr>
              <a:t>Tỷ lệ thấp hơn khoảng 60%</a:t>
            </a:r>
          </a:p>
          <a:p>
            <a:pPr algn="l">
              <a:buNone/>
              <a:defRPr sz="1800" b="1">
                <a:solidFill>
                  <a:srgbClr val="003366"/>
                </a:solidFill>
                <a:latin typeface="Lato"/>
                <a:ea typeface="Lato"/>
                <a:cs typeface="Lato"/>
              </a:defRPr>
            </a:pPr>
            <a:r>
              <a:rPr sz="1800" b="1">
                <a:solidFill>
                  <a:srgbClr val="003366"/>
                </a:solidFill>
                <a:latin typeface="Lato"/>
                <a:ea typeface="Lato"/>
                <a:cs typeface="Lato"/>
              </a:rPr>
              <a:t>khi có báo khói hoạt động.</a:t>
            </a:r>
          </a:p>
        </p:txBody>
      </p:sp>
      <p:sp>
        <p:nvSpPr>
          <p:cNvPr id="15" name="1.1    Đặt vấn đề và đối tượng sử dụng">
            <a:extLst>
              <a:ext uri="{FF2B5EF4-FFF2-40B4-BE49-F238E27FC236}">
                <a16:creationId xmlns:a16="http://schemas.microsoft.com/office/drawing/2014/main" id="{CCAC2CA2-149B-4563-A8AC-54224F7AFF94}"/>
              </a:ext>
            </a:extLst>
          </p:cNvPr>
          <p:cNvSpPr>
            <a:spLocks noGrp="1"/>
          </p:cNvSpPr>
          <p:nvPr/>
        </p:nvSpPr>
        <p:spPr>
          <a:xfrm>
            <a:off x="381000" y="1009650"/>
            <a:ext cx="11239500" cy="409575"/>
          </a:xfrm>
          <a:prstGeom prst="rect">
            <a:avLst/>
          </a:prstGeom>
          <a:noFill/>
          <a:ln w="0">
            <a:noFill/>
          </a:ln>
        </p:spPr>
        <p:txBody>
          <a:bodyPr wrap="square" lIns="0" tIns="0" rIns="0" bIns="0" anchor="t">
            <a:noAutofit/>
          </a:bodyPr>
          <a:lstStyle>
            <a:defPPr algn="l">
              <a:defRPr sz="2400" b="1">
                <a:solidFill>
                  <a:srgbClr val="003366"/>
                </a:solidFill>
                <a:latin typeface="Lato"/>
                <a:ea typeface="Lato"/>
                <a:cs typeface="Lato"/>
              </a:defRPr>
            </a:defPPr>
            <a:lvl1pPr algn="l">
              <a:defRPr sz="2400" b="1">
                <a:solidFill>
                  <a:srgbClr val="003366"/>
                </a:solidFill>
                <a:latin typeface="Lato"/>
                <a:ea typeface="Lato"/>
                <a:cs typeface="Lato"/>
              </a:defRPr>
            </a:lvl1pPr>
            <a:lvl2pPr algn="l">
              <a:defRPr sz="2400" b="1">
                <a:solidFill>
                  <a:srgbClr val="003366"/>
                </a:solidFill>
                <a:latin typeface="Lato"/>
                <a:ea typeface="Lato"/>
                <a:cs typeface="Lato"/>
              </a:defRPr>
            </a:lvl2pPr>
            <a:lvl3pPr algn="l">
              <a:defRPr sz="2400" b="1">
                <a:solidFill>
                  <a:srgbClr val="003366"/>
                </a:solidFill>
                <a:latin typeface="Lato"/>
                <a:ea typeface="Lato"/>
                <a:cs typeface="Lato"/>
              </a:defRPr>
            </a:lvl3pPr>
            <a:lvl4pPr algn="l">
              <a:defRPr sz="2400" b="1">
                <a:solidFill>
                  <a:srgbClr val="003366"/>
                </a:solidFill>
                <a:latin typeface="Lato"/>
                <a:ea typeface="Lato"/>
                <a:cs typeface="Lato"/>
              </a:defRPr>
            </a:lvl4pPr>
            <a:lvl5pPr algn="l">
              <a:defRPr sz="2400" b="1">
                <a:solidFill>
                  <a:srgbClr val="003366"/>
                </a:solidFill>
                <a:latin typeface="Lato"/>
                <a:ea typeface="Lato"/>
                <a:cs typeface="Lato"/>
              </a:defRPr>
            </a:lvl5pPr>
            <a:lvl6pPr algn="l">
              <a:defRPr sz="2400" b="1">
                <a:solidFill>
                  <a:srgbClr val="003366"/>
                </a:solidFill>
                <a:latin typeface="Lato"/>
                <a:ea typeface="Lato"/>
                <a:cs typeface="Lato"/>
              </a:defRPr>
            </a:lvl6pPr>
            <a:lvl7pPr algn="l">
              <a:defRPr sz="2400" b="1">
                <a:solidFill>
                  <a:srgbClr val="003366"/>
                </a:solidFill>
                <a:latin typeface="Lato"/>
                <a:ea typeface="Lato"/>
                <a:cs typeface="Lato"/>
              </a:defRPr>
            </a:lvl7pPr>
            <a:lvl8pPr algn="l">
              <a:defRPr sz="2400" b="1">
                <a:solidFill>
                  <a:srgbClr val="003366"/>
                </a:solidFill>
                <a:latin typeface="Lato"/>
                <a:ea typeface="Lato"/>
                <a:cs typeface="Lato"/>
              </a:defRPr>
            </a:lvl8pPr>
            <a:lvl9pPr algn="l">
              <a:defRPr sz="2400" b="1">
                <a:solidFill>
                  <a:srgbClr val="003366"/>
                </a:solidFill>
                <a:latin typeface="Lato"/>
                <a:ea typeface="Lato"/>
                <a:cs typeface="Lato"/>
              </a:defRPr>
            </a:lvl9pPr>
          </a:lstStyle>
          <a:p>
            <a:pPr algn="l">
              <a:defRPr sz="2400" b="1">
                <a:solidFill>
                  <a:srgbClr val="003366"/>
                </a:solidFill>
                <a:latin typeface="Lato"/>
                <a:ea typeface="Lato"/>
                <a:cs typeface="Lato"/>
              </a:defRPr>
            </a:pPr>
            <a:r>
              <a:rPr sz="2400" b="1">
                <a:solidFill>
                  <a:srgbClr val="003366"/>
                </a:solidFill>
                <a:latin typeface="Lato"/>
                <a:ea typeface="Lato"/>
                <a:cs typeface="Lato"/>
              </a:rPr>
              <a:t>1.1    Đặt vấn đề và đối tượng sử dụng</a:t>
            </a:r>
          </a:p>
        </p:txBody>
      </p:sp>
      <p:sp>
        <p:nvSpPr>
          <p:cNvPr id="16" name="Nhà trọ: quên tắt bếp, chập điện hoặc rò rỉ gas có thể gây cháy.">
            <a:extLst>
              <a:ext uri="{FF2B5EF4-FFF2-40B4-BE49-F238E27FC236}">
                <a16:creationId xmlns:a16="http://schemas.microsoft.com/office/drawing/2014/main" id="{84E53231-A0B3-4983-81E4-E9535DB7CF36}"/>
              </a:ext>
            </a:extLst>
          </p:cNvPr>
          <p:cNvSpPr>
            <a:spLocks noGrp="1"/>
          </p:cNvSpPr>
          <p:nvPr/>
        </p:nvSpPr>
        <p:spPr>
          <a:xfrm>
            <a:off x="609600" y="1438275"/>
            <a:ext cx="10972800" cy="304800"/>
          </a:xfrm>
          <a:prstGeom prst="rect">
            <a:avLst/>
          </a:prstGeom>
          <a:noFill/>
          <a:ln w="0">
            <a:noFill/>
          </a:ln>
        </p:spPr>
        <p:txBody>
          <a:bodyPr wrap="square" lIns="0" tIns="0" rIns="0" bIns="0" anchor="t">
            <a:noAutofit/>
          </a:bodyPr>
          <a:lstStyle>
            <a:defPPr algn="l">
              <a:defRPr sz="1800" b="0">
                <a:solidFill>
                  <a:srgbClr val="003366"/>
                </a:solidFill>
                <a:latin typeface="Lato"/>
                <a:ea typeface="Lato"/>
                <a:cs typeface="Lato"/>
              </a:defRPr>
            </a:defPPr>
            <a:lvl1pPr algn="l">
              <a:defRPr sz="1800" b="0">
                <a:solidFill>
                  <a:srgbClr val="003366"/>
                </a:solidFill>
                <a:latin typeface="Lato"/>
                <a:ea typeface="Lato"/>
                <a:cs typeface="Lato"/>
              </a:defRPr>
            </a:lvl1pPr>
            <a:lvl2pPr algn="l">
              <a:defRPr sz="1800" b="0">
                <a:solidFill>
                  <a:srgbClr val="003366"/>
                </a:solidFill>
                <a:latin typeface="Lato"/>
                <a:ea typeface="Lato"/>
                <a:cs typeface="Lato"/>
              </a:defRPr>
            </a:lvl2pPr>
            <a:lvl3pPr algn="l">
              <a:defRPr sz="1800" b="0">
                <a:solidFill>
                  <a:srgbClr val="003366"/>
                </a:solidFill>
                <a:latin typeface="Lato"/>
                <a:ea typeface="Lato"/>
                <a:cs typeface="Lato"/>
              </a:defRPr>
            </a:lvl3pPr>
            <a:lvl4pPr algn="l">
              <a:defRPr sz="1800" b="0">
                <a:solidFill>
                  <a:srgbClr val="003366"/>
                </a:solidFill>
                <a:latin typeface="Lato"/>
                <a:ea typeface="Lato"/>
                <a:cs typeface="Lato"/>
              </a:defRPr>
            </a:lvl4pPr>
            <a:lvl5pPr algn="l">
              <a:defRPr sz="1800" b="0">
                <a:solidFill>
                  <a:srgbClr val="003366"/>
                </a:solidFill>
                <a:latin typeface="Lato"/>
                <a:ea typeface="Lato"/>
                <a:cs typeface="Lato"/>
              </a:defRPr>
            </a:lvl5pPr>
            <a:lvl6pPr algn="l">
              <a:defRPr sz="1800" b="0">
                <a:solidFill>
                  <a:srgbClr val="003366"/>
                </a:solidFill>
                <a:latin typeface="Lato"/>
                <a:ea typeface="Lato"/>
                <a:cs typeface="Lato"/>
              </a:defRPr>
            </a:lvl6pPr>
            <a:lvl7pPr algn="l">
              <a:defRPr sz="1800" b="0">
                <a:solidFill>
                  <a:srgbClr val="003366"/>
                </a:solidFill>
                <a:latin typeface="Lato"/>
                <a:ea typeface="Lato"/>
                <a:cs typeface="Lato"/>
              </a:defRPr>
            </a:lvl7pPr>
            <a:lvl8pPr algn="l">
              <a:defRPr sz="1800" b="0">
                <a:solidFill>
                  <a:srgbClr val="003366"/>
                </a:solidFill>
                <a:latin typeface="Lato"/>
                <a:ea typeface="Lato"/>
                <a:cs typeface="Lato"/>
              </a:defRPr>
            </a:lvl8pPr>
            <a:lvl9pPr algn="l">
              <a:defRPr sz="1800" b="0">
                <a:solidFill>
                  <a:srgbClr val="003366"/>
                </a:solidFill>
                <a:latin typeface="Lato"/>
                <a:ea typeface="Lato"/>
                <a:cs typeface="Lato"/>
              </a:defRPr>
            </a:lvl9pPr>
          </a:lstStyle>
          <a:p>
            <a:pPr algn="l">
              <a:defRPr sz="1800" b="0">
                <a:solidFill>
                  <a:srgbClr val="003366"/>
                </a:solidFill>
                <a:latin typeface="Lato"/>
                <a:ea typeface="Lato"/>
                <a:cs typeface="Lato"/>
              </a:defRPr>
            </a:pPr>
            <a:r>
              <a:rPr lang="vi-VN" dirty="0"/>
              <a:t>Nhà trọ có nguy cơ cháy do quên tắt bếp, chập điện hoặc rò rỉ gas.</a:t>
            </a:r>
            <a:endParaRPr sz="1800" b="0" dirty="0">
              <a:solidFill>
                <a:srgbClr val="003366"/>
              </a:solidFill>
              <a:latin typeface="Lato"/>
              <a:ea typeface="Lato"/>
              <a:cs typeface="Lato"/>
            </a:endParaRPr>
          </a:p>
        </p:txBody>
      </p:sp>
      <p:sp>
        <p:nvSpPr>
          <p:cNvPr id="17" name="Người thuê: cảnh báo tại phòng. Chủ trọ: nhận thông báo từ xa.">
            <a:extLst>
              <a:ext uri="{FF2B5EF4-FFF2-40B4-BE49-F238E27FC236}">
                <a16:creationId xmlns:a16="http://schemas.microsoft.com/office/drawing/2014/main" id="{59B53280-6B02-4E6A-8A55-73AB83A87C07}"/>
              </a:ext>
            </a:extLst>
          </p:cNvPr>
          <p:cNvSpPr>
            <a:spLocks noGrp="1"/>
          </p:cNvSpPr>
          <p:nvPr/>
        </p:nvSpPr>
        <p:spPr>
          <a:xfrm>
            <a:off x="609600" y="1733550"/>
            <a:ext cx="10972800" cy="295275"/>
          </a:xfrm>
          <a:prstGeom prst="rect">
            <a:avLst/>
          </a:prstGeom>
          <a:noFill/>
          <a:ln w="0">
            <a:noFill/>
          </a:ln>
        </p:spPr>
        <p:txBody>
          <a:bodyPr wrap="square" lIns="0" tIns="0" rIns="0" bIns="0" anchor="t">
            <a:noAutofit/>
          </a:bodyPr>
          <a:lstStyle>
            <a:defPPr algn="l">
              <a:defRPr sz="1800" b="0">
                <a:solidFill>
                  <a:srgbClr val="003366"/>
                </a:solidFill>
                <a:latin typeface="Lato"/>
                <a:ea typeface="Lato"/>
                <a:cs typeface="Lato"/>
              </a:defRPr>
            </a:defPPr>
            <a:lvl1pPr algn="l">
              <a:defRPr sz="1800" b="0">
                <a:solidFill>
                  <a:srgbClr val="003366"/>
                </a:solidFill>
                <a:latin typeface="Lato"/>
                <a:ea typeface="Lato"/>
                <a:cs typeface="Lato"/>
              </a:defRPr>
            </a:lvl1pPr>
            <a:lvl2pPr algn="l">
              <a:defRPr sz="1800" b="0">
                <a:solidFill>
                  <a:srgbClr val="003366"/>
                </a:solidFill>
                <a:latin typeface="Lato"/>
                <a:ea typeface="Lato"/>
                <a:cs typeface="Lato"/>
              </a:defRPr>
            </a:lvl2pPr>
            <a:lvl3pPr algn="l">
              <a:defRPr sz="1800" b="0">
                <a:solidFill>
                  <a:srgbClr val="003366"/>
                </a:solidFill>
                <a:latin typeface="Lato"/>
                <a:ea typeface="Lato"/>
                <a:cs typeface="Lato"/>
              </a:defRPr>
            </a:lvl3pPr>
            <a:lvl4pPr algn="l">
              <a:defRPr sz="1800" b="0">
                <a:solidFill>
                  <a:srgbClr val="003366"/>
                </a:solidFill>
                <a:latin typeface="Lato"/>
                <a:ea typeface="Lato"/>
                <a:cs typeface="Lato"/>
              </a:defRPr>
            </a:lvl4pPr>
            <a:lvl5pPr algn="l">
              <a:defRPr sz="1800" b="0">
                <a:solidFill>
                  <a:srgbClr val="003366"/>
                </a:solidFill>
                <a:latin typeface="Lato"/>
                <a:ea typeface="Lato"/>
                <a:cs typeface="Lato"/>
              </a:defRPr>
            </a:lvl5pPr>
            <a:lvl6pPr algn="l">
              <a:defRPr sz="1800" b="0">
                <a:solidFill>
                  <a:srgbClr val="003366"/>
                </a:solidFill>
                <a:latin typeface="Lato"/>
                <a:ea typeface="Lato"/>
                <a:cs typeface="Lato"/>
              </a:defRPr>
            </a:lvl6pPr>
            <a:lvl7pPr algn="l">
              <a:defRPr sz="1800" b="0">
                <a:solidFill>
                  <a:srgbClr val="003366"/>
                </a:solidFill>
                <a:latin typeface="Lato"/>
                <a:ea typeface="Lato"/>
                <a:cs typeface="Lato"/>
              </a:defRPr>
            </a:lvl7pPr>
            <a:lvl8pPr algn="l">
              <a:defRPr sz="1800" b="0">
                <a:solidFill>
                  <a:srgbClr val="003366"/>
                </a:solidFill>
                <a:latin typeface="Lato"/>
                <a:ea typeface="Lato"/>
                <a:cs typeface="Lato"/>
              </a:defRPr>
            </a:lvl8pPr>
            <a:lvl9pPr algn="l">
              <a:defRPr sz="1800" b="0">
                <a:solidFill>
                  <a:srgbClr val="003366"/>
                </a:solidFill>
                <a:latin typeface="Lato"/>
                <a:ea typeface="Lato"/>
                <a:cs typeface="Lato"/>
              </a:defRPr>
            </a:lvl9pPr>
          </a:lstStyle>
          <a:p>
            <a:pPr algn="l">
              <a:defRPr sz="1800" b="0">
                <a:solidFill>
                  <a:srgbClr val="003366"/>
                </a:solidFill>
                <a:latin typeface="Lato"/>
                <a:ea typeface="Lato"/>
                <a:cs typeface="Lato"/>
              </a:defRPr>
            </a:pPr>
            <a:r>
              <a:rPr lang="vi-VN" dirty="0"/>
              <a:t>Cần phát hiện sớm, cảnh báo tại phòng và thông báo từ xa cho người thuê, chủ trọ.</a:t>
            </a:r>
            <a:endParaRPr sz="1800" b="0" dirty="0">
              <a:solidFill>
                <a:srgbClr val="003366"/>
              </a:solidFill>
              <a:latin typeface="Lato"/>
              <a:ea typeface="Lato"/>
              <a:cs typeface="Lato"/>
            </a:endParaRPr>
          </a:p>
        </p:txBody>
      </p:sp>
      <p:sp>
        <p:nvSpPr>
          <p:cNvPr id="18" name="Dẫn chứng NFPA: cháy nhà ở tại Hoa Kỳ, bình quân năm 2018–2022">
            <a:extLst>
              <a:ext uri="{FF2B5EF4-FFF2-40B4-BE49-F238E27FC236}">
                <a16:creationId xmlns:a16="http://schemas.microsoft.com/office/drawing/2014/main" id="{BEEFBA34-D6DB-47B8-9E58-7C3C3A3123EE}"/>
              </a:ext>
            </a:extLst>
          </p:cNvPr>
          <p:cNvSpPr>
            <a:spLocks noGrp="1"/>
          </p:cNvSpPr>
          <p:nvPr/>
        </p:nvSpPr>
        <p:spPr>
          <a:xfrm>
            <a:off x="618067" y="2152649"/>
            <a:ext cx="10972800" cy="257175"/>
          </a:xfrm>
          <a:prstGeom prst="rect">
            <a:avLst/>
          </a:prstGeom>
          <a:noFill/>
          <a:ln w="0">
            <a:noFill/>
          </a:ln>
        </p:spPr>
        <p:txBody>
          <a:bodyPr wrap="square" lIns="0" tIns="0" rIns="0" bIns="0" anchor="t">
            <a:noAutofit/>
          </a:bodyPr>
          <a:lstStyle>
            <a:defPPr algn="l">
              <a:defRPr sz="1500" b="0">
                <a:solidFill>
                  <a:srgbClr val="003366"/>
                </a:solidFill>
                <a:latin typeface="Lato"/>
                <a:ea typeface="Lato"/>
                <a:cs typeface="Lato"/>
              </a:defRPr>
            </a:defPPr>
            <a:lvl1pPr algn="l">
              <a:defRPr sz="1500" b="0">
                <a:solidFill>
                  <a:srgbClr val="003366"/>
                </a:solidFill>
                <a:latin typeface="Lato"/>
                <a:ea typeface="Lato"/>
                <a:cs typeface="Lato"/>
              </a:defRPr>
            </a:lvl1pPr>
            <a:lvl2pPr algn="l">
              <a:defRPr sz="1500" b="0">
                <a:solidFill>
                  <a:srgbClr val="003366"/>
                </a:solidFill>
                <a:latin typeface="Lato"/>
                <a:ea typeface="Lato"/>
                <a:cs typeface="Lato"/>
              </a:defRPr>
            </a:lvl2pPr>
            <a:lvl3pPr algn="l">
              <a:defRPr sz="1500" b="0">
                <a:solidFill>
                  <a:srgbClr val="003366"/>
                </a:solidFill>
                <a:latin typeface="Lato"/>
                <a:ea typeface="Lato"/>
                <a:cs typeface="Lato"/>
              </a:defRPr>
            </a:lvl3pPr>
            <a:lvl4pPr algn="l">
              <a:defRPr sz="1500" b="0">
                <a:solidFill>
                  <a:srgbClr val="003366"/>
                </a:solidFill>
                <a:latin typeface="Lato"/>
                <a:ea typeface="Lato"/>
                <a:cs typeface="Lato"/>
              </a:defRPr>
            </a:lvl4pPr>
            <a:lvl5pPr algn="l">
              <a:defRPr sz="1500" b="0">
                <a:solidFill>
                  <a:srgbClr val="003366"/>
                </a:solidFill>
                <a:latin typeface="Lato"/>
                <a:ea typeface="Lato"/>
                <a:cs typeface="Lato"/>
              </a:defRPr>
            </a:lvl5pPr>
            <a:lvl6pPr algn="l">
              <a:defRPr sz="1500" b="0">
                <a:solidFill>
                  <a:srgbClr val="003366"/>
                </a:solidFill>
                <a:latin typeface="Lato"/>
                <a:ea typeface="Lato"/>
                <a:cs typeface="Lato"/>
              </a:defRPr>
            </a:lvl6pPr>
            <a:lvl7pPr algn="l">
              <a:defRPr sz="1500" b="0">
                <a:solidFill>
                  <a:srgbClr val="003366"/>
                </a:solidFill>
                <a:latin typeface="Lato"/>
                <a:ea typeface="Lato"/>
                <a:cs typeface="Lato"/>
              </a:defRPr>
            </a:lvl7pPr>
            <a:lvl8pPr algn="l">
              <a:defRPr sz="1500" b="0">
                <a:solidFill>
                  <a:srgbClr val="003366"/>
                </a:solidFill>
                <a:latin typeface="Lato"/>
                <a:ea typeface="Lato"/>
                <a:cs typeface="Lato"/>
              </a:defRPr>
            </a:lvl8pPr>
            <a:lvl9pPr algn="l">
              <a:defRPr sz="1500" b="0">
                <a:solidFill>
                  <a:srgbClr val="003366"/>
                </a:solidFill>
                <a:latin typeface="Lato"/>
                <a:ea typeface="Lato"/>
                <a:cs typeface="Lato"/>
              </a:defRPr>
            </a:lvl9pPr>
          </a:lstStyle>
          <a:p>
            <a:pPr algn="l">
              <a:defRPr sz="1500" b="0">
                <a:solidFill>
                  <a:srgbClr val="003366"/>
                </a:solidFill>
                <a:latin typeface="Lato"/>
                <a:ea typeface="Lato"/>
                <a:cs typeface="Lato"/>
              </a:defRPr>
            </a:pPr>
            <a:r>
              <a:rPr sz="1500" b="0" dirty="0" err="1">
                <a:solidFill>
                  <a:srgbClr val="003366"/>
                </a:solidFill>
                <a:latin typeface="Lato"/>
                <a:ea typeface="Lato"/>
                <a:cs typeface="Lato"/>
              </a:rPr>
              <a:t>Dẫn</a:t>
            </a:r>
            <a:r>
              <a:rPr sz="1500" b="0" dirty="0">
                <a:solidFill>
                  <a:srgbClr val="003366"/>
                </a:solidFill>
                <a:latin typeface="Lato"/>
                <a:ea typeface="Lato"/>
                <a:cs typeface="Lato"/>
              </a:rPr>
              <a:t> </a:t>
            </a:r>
            <a:r>
              <a:rPr sz="1500" b="0" dirty="0" err="1">
                <a:solidFill>
                  <a:srgbClr val="003366"/>
                </a:solidFill>
                <a:latin typeface="Lato"/>
                <a:ea typeface="Lato"/>
                <a:cs typeface="Lato"/>
              </a:rPr>
              <a:t>chứng</a:t>
            </a:r>
            <a:r>
              <a:rPr sz="1500" b="0" dirty="0">
                <a:solidFill>
                  <a:srgbClr val="003366"/>
                </a:solidFill>
                <a:latin typeface="Lato"/>
                <a:ea typeface="Lato"/>
                <a:cs typeface="Lato"/>
              </a:rPr>
              <a:t> NFPA: </a:t>
            </a:r>
            <a:r>
              <a:rPr sz="1500" b="0" dirty="0" err="1">
                <a:solidFill>
                  <a:srgbClr val="003366"/>
                </a:solidFill>
                <a:latin typeface="Lato"/>
                <a:ea typeface="Lato"/>
                <a:cs typeface="Lato"/>
              </a:rPr>
              <a:t>cháy</a:t>
            </a:r>
            <a:r>
              <a:rPr sz="1500" b="0" dirty="0">
                <a:solidFill>
                  <a:srgbClr val="003366"/>
                </a:solidFill>
                <a:latin typeface="Lato"/>
                <a:ea typeface="Lato"/>
                <a:cs typeface="Lato"/>
              </a:rPr>
              <a:t> </a:t>
            </a:r>
            <a:r>
              <a:rPr sz="1500" b="0" dirty="0" err="1">
                <a:solidFill>
                  <a:srgbClr val="003366"/>
                </a:solidFill>
                <a:latin typeface="Lato"/>
                <a:ea typeface="Lato"/>
                <a:cs typeface="Lato"/>
              </a:rPr>
              <a:t>nhà</a:t>
            </a:r>
            <a:r>
              <a:rPr sz="1500" b="0" dirty="0">
                <a:solidFill>
                  <a:srgbClr val="003366"/>
                </a:solidFill>
                <a:latin typeface="Lato"/>
                <a:ea typeface="Lato"/>
                <a:cs typeface="Lato"/>
              </a:rPr>
              <a:t> ở </a:t>
            </a:r>
            <a:r>
              <a:rPr sz="1500" b="0" dirty="0" err="1">
                <a:solidFill>
                  <a:srgbClr val="003366"/>
                </a:solidFill>
                <a:latin typeface="Lato"/>
                <a:ea typeface="Lato"/>
                <a:cs typeface="Lato"/>
              </a:rPr>
              <a:t>tại</a:t>
            </a:r>
            <a:r>
              <a:rPr sz="1500" b="0" dirty="0">
                <a:solidFill>
                  <a:srgbClr val="003366"/>
                </a:solidFill>
                <a:latin typeface="Lato"/>
                <a:ea typeface="Lato"/>
                <a:cs typeface="Lato"/>
              </a:rPr>
              <a:t> Hoa </a:t>
            </a:r>
            <a:r>
              <a:rPr sz="1500" b="0" dirty="0" err="1">
                <a:solidFill>
                  <a:srgbClr val="003366"/>
                </a:solidFill>
                <a:latin typeface="Lato"/>
                <a:ea typeface="Lato"/>
                <a:cs typeface="Lato"/>
              </a:rPr>
              <a:t>Kỳ</a:t>
            </a:r>
            <a:r>
              <a:rPr sz="1500" b="0" dirty="0">
                <a:solidFill>
                  <a:srgbClr val="003366"/>
                </a:solidFill>
                <a:latin typeface="Lato"/>
                <a:ea typeface="Lato"/>
                <a:cs typeface="Lato"/>
              </a:rPr>
              <a:t>, </a:t>
            </a:r>
            <a:r>
              <a:rPr sz="1500" b="0" dirty="0" err="1">
                <a:solidFill>
                  <a:srgbClr val="003366"/>
                </a:solidFill>
                <a:latin typeface="Lato"/>
                <a:ea typeface="Lato"/>
                <a:cs typeface="Lato"/>
              </a:rPr>
              <a:t>bình</a:t>
            </a:r>
            <a:r>
              <a:rPr sz="1500" b="0" dirty="0">
                <a:solidFill>
                  <a:srgbClr val="003366"/>
                </a:solidFill>
                <a:latin typeface="Lato"/>
                <a:ea typeface="Lato"/>
                <a:cs typeface="Lato"/>
              </a:rPr>
              <a:t> </a:t>
            </a:r>
            <a:r>
              <a:rPr sz="1500" b="0" dirty="0" err="1">
                <a:solidFill>
                  <a:srgbClr val="003366"/>
                </a:solidFill>
                <a:latin typeface="Lato"/>
                <a:ea typeface="Lato"/>
                <a:cs typeface="Lato"/>
              </a:rPr>
              <a:t>quân</a:t>
            </a:r>
            <a:r>
              <a:rPr sz="1500" b="0" dirty="0">
                <a:solidFill>
                  <a:srgbClr val="003366"/>
                </a:solidFill>
                <a:latin typeface="Lato"/>
                <a:ea typeface="Lato"/>
                <a:cs typeface="Lato"/>
              </a:rPr>
              <a:t> </a:t>
            </a:r>
            <a:r>
              <a:rPr sz="1500" b="0" dirty="0" err="1">
                <a:solidFill>
                  <a:srgbClr val="003366"/>
                </a:solidFill>
                <a:latin typeface="Lato"/>
                <a:ea typeface="Lato"/>
                <a:cs typeface="Lato"/>
              </a:rPr>
              <a:t>năm</a:t>
            </a:r>
            <a:r>
              <a:rPr sz="1500" b="0" dirty="0">
                <a:solidFill>
                  <a:srgbClr val="003366"/>
                </a:solidFill>
                <a:latin typeface="Lato"/>
                <a:ea typeface="Lato"/>
                <a:cs typeface="Lato"/>
              </a:rPr>
              <a:t> 2018–2022</a:t>
            </a:r>
          </a:p>
        </p:txBody>
      </p:sp>
      <p:graphicFrame>
        <p:nvGraphicFramePr>
          <p:cNvPr id="19" name="Chart">
            <a:extLst>
              <a:ext uri="{FF2B5EF4-FFF2-40B4-BE49-F238E27FC236}">
                <a16:creationId xmlns:a16="http://schemas.microsoft.com/office/drawing/2014/main" id="{39A8EE42-B50C-479A-98CE-FC27184E55D6}"/>
              </a:ext>
            </a:extLst>
          </p:cNvPr>
          <p:cNvGraphicFramePr/>
          <p:nvPr>
            <p:extLst>
              <p:ext uri="{D42A27DB-BD31-4B8C-83A1-F6EECF244321}">
                <p14:modId xmlns:p14="http://schemas.microsoft.com/office/powerpoint/2010/main" val="1207662317"/>
              </p:ext>
            </p:extLst>
          </p:nvPr>
        </p:nvGraphicFramePr>
        <p:xfrm>
          <a:off x="476250" y="2456573"/>
          <a:ext cx="5476875" cy="27622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0" name="Chart">
            <a:extLst>
              <a:ext uri="{FF2B5EF4-FFF2-40B4-BE49-F238E27FC236}">
                <a16:creationId xmlns:a16="http://schemas.microsoft.com/office/drawing/2014/main" id="{42F38062-C246-468A-9C27-F29BE31F24CA}"/>
              </a:ext>
            </a:extLst>
          </p:cNvPr>
          <p:cNvGraphicFramePr/>
          <p:nvPr>
            <p:extLst>
              <p:ext uri="{D42A27DB-BD31-4B8C-83A1-F6EECF244321}">
                <p14:modId xmlns:p14="http://schemas.microsoft.com/office/powerpoint/2010/main" val="1884289086"/>
              </p:ext>
            </p:extLst>
          </p:nvPr>
        </p:nvGraphicFramePr>
        <p:xfrm>
          <a:off x="6334125" y="2456573"/>
          <a:ext cx="5476875" cy="276225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541645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 name="Google Shape;176;p8">
            <a:extLst>
              <a:ext uri="{FF2B5EF4-FFF2-40B4-BE49-F238E27FC236}">
                <a16:creationId xmlns:a16="http://schemas.microsoft.com/office/drawing/2014/main" id="{4E598D0C-7662-40A6-B0E5-57249D51781C}"/>
              </a:ext>
            </a:extLst>
          </p:cNvPr>
          <p:cNvSpPr>
            <a:spLocks noGrp="1"/>
          </p:cNvSpPr>
          <p:nvPr/>
        </p:nvSpPr>
        <p:spPr>
          <a:xfrm>
            <a:off x="287868" y="260081"/>
            <a:ext cx="660399" cy="527140"/>
          </a:xfrm>
          <a:prstGeom prst="rect">
            <a:avLst/>
          </a:prstGeom>
          <a:solidFill>
            <a:srgbClr val="C00000"/>
          </a:solidFill>
          <a:ln>
            <a:noFill/>
          </a:ln>
        </p:spPr>
        <p:txBody>
          <a:bodyPr spcFirstLastPara="1" wrap="square" lIns="91425" tIns="45700" rIns="91425" bIns="45700" anchor="t">
            <a:noAutofit/>
          </a:bodyPr>
          <a:lstStyle/>
          <a:p>
            <a:pPr marL="0" marR="0" lvl="0" indent="0" algn="ctr">
              <a:lnSpc>
                <a:spcPct val="90000"/>
              </a:lnSpc>
              <a:spcBef>
                <a:spcPts val="0"/>
              </a:spcBef>
              <a:spcAft>
                <a:spcPts val="0"/>
              </a:spcAft>
              <a:buClr>
                <a:schemeClr val="lt1"/>
              </a:buClr>
              <a:buSzPts val="3200"/>
              <a:buFont typeface="Lato"/>
              <a:buNone/>
            </a:pPr>
            <a:r>
              <a:rPr sz="3200" b="1" i="0" u="none" strike="noStrike" cap="none">
                <a:solidFill>
                  <a:schemeClr val="lt1"/>
                </a:solidFill>
                <a:latin typeface="Lato"/>
                <a:ea typeface="Lato"/>
                <a:cs typeface="Lato"/>
              </a:rPr>
              <a:t>1</a:t>
            </a:r>
            <a:endParaRPr/>
          </a:p>
        </p:txBody>
      </p:sp>
      <p:sp>
        <p:nvSpPr>
          <p:cNvPr id="2" name="Google Shape;181;p8">
            <a:extLst>
              <a:ext uri="{FF2B5EF4-FFF2-40B4-BE49-F238E27FC236}">
                <a16:creationId xmlns:a16="http://schemas.microsoft.com/office/drawing/2014/main" id="{A57C218D-4CE3-4159-94BD-1BD06BEC562F}"/>
              </a:ext>
            </a:extLst>
          </p:cNvPr>
          <p:cNvSpPr>
            <a:spLocks noGrp="1"/>
          </p:cNvSpPr>
          <p:nvPr/>
        </p:nvSpPr>
        <p:spPr>
          <a:xfrm>
            <a:off x="1032933" y="230370"/>
            <a:ext cx="10668000" cy="523173"/>
          </a:xfrm>
          <a:prstGeom prst="rect">
            <a:avLst/>
          </a:prstGeom>
          <a:noFill/>
          <a:ln>
            <a:noFill/>
          </a:ln>
        </p:spPr>
        <p:txBody>
          <a:bodyPr spcFirstLastPara="1" wrap="square" lIns="91425" tIns="45700" rIns="91425" bIns="45700" anchor="t">
            <a:noAutofit/>
          </a:bodyPr>
          <a:lstStyle/>
          <a:p>
            <a:pPr marL="0" marR="0" lvl="0" indent="0" algn="l">
              <a:lnSpc>
                <a:spcPct val="90000"/>
              </a:lnSpc>
              <a:spcBef>
                <a:spcPts val="0"/>
              </a:spcBef>
              <a:spcAft>
                <a:spcPts val="0"/>
              </a:spcAft>
              <a:buClr>
                <a:srgbClr val="003366"/>
              </a:buClr>
              <a:buSzPts val="3200"/>
              <a:buFont typeface="Lato"/>
              <a:buNone/>
            </a:pPr>
            <a:r>
              <a:rPr sz="3200" b="1" i="0" u="none" strike="noStrike" cap="none">
                <a:solidFill>
                  <a:srgbClr val="003366"/>
                </a:solidFill>
                <a:latin typeface="Lato"/>
                <a:ea typeface="Lato"/>
                <a:cs typeface="Lato"/>
              </a:rPr>
              <a:t>BÀI TOÁN VÀ PHẦN CỨNG</a:t>
            </a:r>
            <a:endParaRPr/>
          </a:p>
        </p:txBody>
      </p:sp>
      <p:cxnSp>
        <p:nvCxnSpPr>
          <p:cNvPr id="3" name="Google Shape;182;p8">
            <a:extLst>
              <a:ext uri="{FF2B5EF4-FFF2-40B4-BE49-F238E27FC236}">
                <a16:creationId xmlns:a16="http://schemas.microsoft.com/office/drawing/2014/main" id="{ADB8DB51-A0AC-4888-8860-28D630D8A292}"/>
              </a:ext>
            </a:extLst>
          </p:cNvPr>
          <p:cNvCxnSpPr/>
          <p:nvPr/>
        </p:nvCxnSpPr>
        <p:spPr>
          <a:xfrm rot="10800000" flipH="1">
            <a:off x="1134533" y="753543"/>
            <a:ext cx="3976827" cy="1144"/>
          </a:xfrm>
          <a:prstGeom prst="straightConnector1">
            <a:avLst/>
          </a:prstGeom>
          <a:ln w="38100" cap="flat">
            <a:solidFill>
              <a:srgbClr val="C00000"/>
            </a:solidFill>
            <a:prstDash val="solid"/>
            <a:miter/>
            <a:headEnd type="none" w="sm" len="sm"/>
            <a:tailEnd type="none" w="sm" len="sm"/>
          </a:ln>
        </p:spPr>
      </p:cxnSp>
      <p:sp>
        <p:nvSpPr>
          <p:cNvPr id="5" name="Nguồn USB 5 V–2 A cho mỗi node">
            <a:extLst>
              <a:ext uri="{FF2B5EF4-FFF2-40B4-BE49-F238E27FC236}">
                <a16:creationId xmlns:a16="http://schemas.microsoft.com/office/drawing/2014/main" id="{FFD7BADD-1838-4C92-889E-268889BDACBD}"/>
              </a:ext>
            </a:extLst>
          </p:cNvPr>
          <p:cNvSpPr>
            <a:spLocks noGrp="1"/>
          </p:cNvSpPr>
          <p:nvPr/>
        </p:nvSpPr>
        <p:spPr>
          <a:xfrm>
            <a:off x="618067" y="1586447"/>
            <a:ext cx="10972800" cy="304800"/>
          </a:xfrm>
          <a:prstGeom prst="rect">
            <a:avLst/>
          </a:prstGeom>
          <a:noFill/>
          <a:ln w="0">
            <a:noFill/>
          </a:ln>
        </p:spPr>
        <p:txBody>
          <a:bodyPr wrap="square" lIns="0" tIns="0" rIns="0" bIns="0" anchor="t">
            <a:noAutofit/>
          </a:bodyPr>
          <a:lstStyle>
            <a:defPPr algn="l">
              <a:defRPr sz="1875" b="0">
                <a:solidFill>
                  <a:srgbClr val="003366"/>
                </a:solidFill>
                <a:latin typeface="Lato"/>
                <a:ea typeface="Lato"/>
                <a:cs typeface="Lato"/>
              </a:defRPr>
            </a:defPPr>
            <a:lvl1pPr algn="l">
              <a:buNone/>
              <a:defRPr sz="1875" b="0">
                <a:solidFill>
                  <a:srgbClr val="003366"/>
                </a:solidFill>
                <a:latin typeface="Lato"/>
                <a:ea typeface="Lato"/>
                <a:cs typeface="Lato"/>
              </a:defRPr>
            </a:lvl1pPr>
            <a:lvl2pPr algn="l">
              <a:buNone/>
              <a:defRPr sz="1875" b="0">
                <a:solidFill>
                  <a:srgbClr val="003366"/>
                </a:solidFill>
                <a:latin typeface="Lato"/>
                <a:ea typeface="Lato"/>
                <a:cs typeface="Lato"/>
              </a:defRPr>
            </a:lvl2pPr>
            <a:lvl3pPr algn="l">
              <a:buNone/>
              <a:defRPr sz="1875" b="0">
                <a:solidFill>
                  <a:srgbClr val="003366"/>
                </a:solidFill>
                <a:latin typeface="Lato"/>
                <a:ea typeface="Lato"/>
                <a:cs typeface="Lato"/>
              </a:defRPr>
            </a:lvl3pPr>
            <a:lvl4pPr algn="l">
              <a:buNone/>
              <a:defRPr sz="1875" b="0">
                <a:solidFill>
                  <a:srgbClr val="003366"/>
                </a:solidFill>
                <a:latin typeface="Lato"/>
                <a:ea typeface="Lato"/>
                <a:cs typeface="Lato"/>
              </a:defRPr>
            </a:lvl4pPr>
            <a:lvl5pPr algn="l">
              <a:buNone/>
              <a:defRPr sz="1875" b="0">
                <a:solidFill>
                  <a:srgbClr val="003366"/>
                </a:solidFill>
                <a:latin typeface="Lato"/>
                <a:ea typeface="Lato"/>
                <a:cs typeface="Lato"/>
              </a:defRPr>
            </a:lvl5pPr>
            <a:lvl6pPr algn="l">
              <a:buNone/>
              <a:defRPr sz="1875" b="0">
                <a:solidFill>
                  <a:srgbClr val="003366"/>
                </a:solidFill>
                <a:latin typeface="Lato"/>
                <a:ea typeface="Lato"/>
                <a:cs typeface="Lato"/>
              </a:defRPr>
            </a:lvl6pPr>
            <a:lvl7pPr algn="l">
              <a:buNone/>
              <a:defRPr sz="1875" b="0">
                <a:solidFill>
                  <a:srgbClr val="003366"/>
                </a:solidFill>
                <a:latin typeface="Lato"/>
                <a:ea typeface="Lato"/>
                <a:cs typeface="Lato"/>
              </a:defRPr>
            </a:lvl7pPr>
            <a:lvl8pPr algn="l">
              <a:buNone/>
              <a:defRPr sz="1875" b="0">
                <a:solidFill>
                  <a:srgbClr val="003366"/>
                </a:solidFill>
                <a:latin typeface="Lato"/>
                <a:ea typeface="Lato"/>
                <a:cs typeface="Lato"/>
              </a:defRPr>
            </a:lvl8pPr>
            <a:lvl9pPr algn="l">
              <a:buNone/>
              <a:defRPr sz="1875" b="0">
                <a:solidFill>
                  <a:srgbClr val="003366"/>
                </a:solidFill>
                <a:latin typeface="Lato"/>
                <a:ea typeface="Lato"/>
                <a:cs typeface="Lato"/>
              </a:defRPr>
            </a:lvl9pPr>
          </a:lstStyle>
          <a:p>
            <a:pPr algn="l">
              <a:buNone/>
              <a:defRPr sz="1875" b="0">
                <a:solidFill>
                  <a:srgbClr val="003366"/>
                </a:solidFill>
                <a:latin typeface="Lato"/>
                <a:ea typeface="Lato"/>
                <a:cs typeface="Lato"/>
              </a:defRPr>
            </a:pPr>
            <a:r>
              <a:rPr sz="1875" b="0">
                <a:solidFill>
                  <a:srgbClr val="003366"/>
                </a:solidFill>
                <a:latin typeface="Lato"/>
                <a:ea typeface="Lato"/>
                <a:cs typeface="Lato"/>
              </a:rPr>
              <a:t>Nguồn USB 5 V–2 A cho mỗi node</a:t>
            </a:r>
          </a:p>
        </p:txBody>
      </p:sp>
      <p:sp>
        <p:nvSpPr>
          <p:cNvPr id="6" name="MQ-2 Khí / khói">
            <a:extLst>
              <a:ext uri="{FF2B5EF4-FFF2-40B4-BE49-F238E27FC236}">
                <a16:creationId xmlns:a16="http://schemas.microsoft.com/office/drawing/2014/main" id="{E6141E90-FBC8-4107-A1C5-CE366C005BA9}"/>
              </a:ext>
            </a:extLst>
          </p:cNvPr>
          <p:cNvSpPr>
            <a:spLocks noGrp="1"/>
          </p:cNvSpPr>
          <p:nvPr/>
        </p:nvSpPr>
        <p:spPr>
          <a:xfrm>
            <a:off x="618067" y="2119847"/>
            <a:ext cx="1857375" cy="742950"/>
          </a:xfrm>
          <a:prstGeom prst="roundRect">
            <a:avLst>
              <a:gd name="adj" fmla="val 12821"/>
            </a:avLst>
          </a:prstGeom>
          <a:solidFill>
            <a:srgbClr val="FFFFFF"/>
          </a:solidFill>
          <a:ln w="17145">
            <a:solidFill>
              <a:srgbClr val="003366"/>
            </a:solidFill>
          </a:ln>
        </p:spPr>
        <p:txBody>
          <a:bodyPr wrap="square" lIns="114300" tIns="66675" rIns="114300" bIns="66675" anchor="ctr">
            <a:noAutofit/>
          </a:bodyPr>
          <a:lstStyle>
            <a:defPPr algn="ctr">
              <a:defRPr sz="1875" b="1">
                <a:solidFill>
                  <a:srgbClr val="003366"/>
                </a:solidFill>
                <a:latin typeface="Lato"/>
                <a:ea typeface="Lato"/>
                <a:cs typeface="Lato"/>
              </a:defRPr>
            </a:defPPr>
            <a:lvl1pPr algn="ctr">
              <a:buNone/>
              <a:defRPr sz="1875" b="1">
                <a:solidFill>
                  <a:srgbClr val="003366"/>
                </a:solidFill>
                <a:latin typeface="Lato"/>
                <a:ea typeface="Lato"/>
                <a:cs typeface="Lato"/>
              </a:defRPr>
            </a:lvl1pPr>
            <a:lvl2pPr algn="ctr">
              <a:buNone/>
              <a:defRPr sz="1875" b="1">
                <a:solidFill>
                  <a:srgbClr val="003366"/>
                </a:solidFill>
                <a:latin typeface="Lato"/>
                <a:ea typeface="Lato"/>
                <a:cs typeface="Lato"/>
              </a:defRPr>
            </a:lvl2pPr>
            <a:lvl3pPr algn="ctr">
              <a:buNone/>
              <a:defRPr sz="1875" b="1">
                <a:solidFill>
                  <a:srgbClr val="003366"/>
                </a:solidFill>
                <a:latin typeface="Lato"/>
                <a:ea typeface="Lato"/>
                <a:cs typeface="Lato"/>
              </a:defRPr>
            </a:lvl3pPr>
            <a:lvl4pPr algn="ctr">
              <a:buNone/>
              <a:defRPr sz="1875" b="1">
                <a:solidFill>
                  <a:srgbClr val="003366"/>
                </a:solidFill>
                <a:latin typeface="Lato"/>
                <a:ea typeface="Lato"/>
                <a:cs typeface="Lato"/>
              </a:defRPr>
            </a:lvl4pPr>
            <a:lvl5pPr algn="ctr">
              <a:buNone/>
              <a:defRPr sz="1875" b="1">
                <a:solidFill>
                  <a:srgbClr val="003366"/>
                </a:solidFill>
                <a:latin typeface="Lato"/>
                <a:ea typeface="Lato"/>
                <a:cs typeface="Lato"/>
              </a:defRPr>
            </a:lvl5pPr>
            <a:lvl6pPr algn="ctr">
              <a:buNone/>
              <a:defRPr sz="1875" b="1">
                <a:solidFill>
                  <a:srgbClr val="003366"/>
                </a:solidFill>
                <a:latin typeface="Lato"/>
                <a:ea typeface="Lato"/>
                <a:cs typeface="Lato"/>
              </a:defRPr>
            </a:lvl6pPr>
            <a:lvl7pPr algn="ctr">
              <a:buNone/>
              <a:defRPr sz="1875" b="1">
                <a:solidFill>
                  <a:srgbClr val="003366"/>
                </a:solidFill>
                <a:latin typeface="Lato"/>
                <a:ea typeface="Lato"/>
                <a:cs typeface="Lato"/>
              </a:defRPr>
            </a:lvl7pPr>
            <a:lvl8pPr algn="ctr">
              <a:buNone/>
              <a:defRPr sz="1875" b="1">
                <a:solidFill>
                  <a:srgbClr val="003366"/>
                </a:solidFill>
                <a:latin typeface="Lato"/>
                <a:ea typeface="Lato"/>
                <a:cs typeface="Lato"/>
              </a:defRPr>
            </a:lvl8pPr>
            <a:lvl9pPr algn="ctr">
              <a:buNone/>
              <a:defRPr sz="1875" b="1">
                <a:solidFill>
                  <a:srgbClr val="003366"/>
                </a:solidFill>
                <a:latin typeface="Lato"/>
                <a:ea typeface="Lato"/>
                <a:cs typeface="Lato"/>
              </a:defRPr>
            </a:lvl9pPr>
          </a:lstStyle>
          <a:p>
            <a:pPr algn="ctr">
              <a:buNone/>
              <a:defRPr sz="1875" b="1">
                <a:solidFill>
                  <a:srgbClr val="003366"/>
                </a:solidFill>
                <a:latin typeface="Lato"/>
                <a:ea typeface="Lato"/>
                <a:cs typeface="Lato"/>
              </a:defRPr>
            </a:pPr>
            <a:r>
              <a:rPr sz="1875" b="1">
                <a:solidFill>
                  <a:srgbClr val="003366"/>
                </a:solidFill>
                <a:latin typeface="Lato"/>
                <a:ea typeface="Lato"/>
                <a:cs typeface="Lato"/>
              </a:rPr>
              <a:t>MQ-2</a:t>
            </a:r>
          </a:p>
          <a:p>
            <a:pPr algn="ctr">
              <a:buNone/>
              <a:defRPr sz="1875" b="1">
                <a:solidFill>
                  <a:srgbClr val="003366"/>
                </a:solidFill>
                <a:latin typeface="Lato"/>
                <a:ea typeface="Lato"/>
                <a:cs typeface="Lato"/>
              </a:defRPr>
            </a:pPr>
            <a:r>
              <a:rPr sz="1875" b="1">
                <a:solidFill>
                  <a:srgbClr val="003366"/>
                </a:solidFill>
                <a:latin typeface="Lato"/>
                <a:ea typeface="Lato"/>
                <a:cs typeface="Lato"/>
              </a:rPr>
              <a:t>Khí / khói</a:t>
            </a:r>
          </a:p>
        </p:txBody>
      </p:sp>
      <p:sp>
        <p:nvSpPr>
          <p:cNvPr id="7" name="Chia áp AO* 47 kΩ + 10 kΩ">
            <a:extLst>
              <a:ext uri="{FF2B5EF4-FFF2-40B4-BE49-F238E27FC236}">
                <a16:creationId xmlns:a16="http://schemas.microsoft.com/office/drawing/2014/main" id="{E4650374-30FB-465B-B1C4-D4D5A25DF3BA}"/>
              </a:ext>
            </a:extLst>
          </p:cNvPr>
          <p:cNvSpPr>
            <a:spLocks noGrp="1"/>
          </p:cNvSpPr>
          <p:nvPr/>
        </p:nvSpPr>
        <p:spPr>
          <a:xfrm>
            <a:off x="3056467" y="2119847"/>
            <a:ext cx="1714500" cy="742950"/>
          </a:xfrm>
          <a:prstGeom prst="roundRect">
            <a:avLst>
              <a:gd name="adj" fmla="val 12821"/>
            </a:avLst>
          </a:prstGeom>
          <a:solidFill>
            <a:srgbClr val="FFFFFF"/>
          </a:solidFill>
          <a:ln w="17145">
            <a:solidFill>
              <a:srgbClr val="003366"/>
            </a:solidFill>
          </a:ln>
        </p:spPr>
        <p:txBody>
          <a:bodyPr wrap="square" lIns="114300" tIns="66675" rIns="114300" bIns="66675" anchor="ctr">
            <a:noAutofit/>
          </a:bodyPr>
          <a:lstStyle>
            <a:defPPr algn="ctr">
              <a:defRPr sz="1725" b="1">
                <a:solidFill>
                  <a:srgbClr val="003366"/>
                </a:solidFill>
                <a:latin typeface="Lato"/>
                <a:ea typeface="Lato"/>
                <a:cs typeface="Lato"/>
              </a:defRPr>
            </a:defPPr>
            <a:lvl1pPr algn="ctr">
              <a:buNone/>
              <a:defRPr sz="1725" b="1">
                <a:solidFill>
                  <a:srgbClr val="003366"/>
                </a:solidFill>
                <a:latin typeface="Lato"/>
                <a:ea typeface="Lato"/>
                <a:cs typeface="Lato"/>
              </a:defRPr>
            </a:lvl1pPr>
            <a:lvl2pPr algn="ctr">
              <a:buNone/>
              <a:defRPr sz="1725" b="1">
                <a:solidFill>
                  <a:srgbClr val="003366"/>
                </a:solidFill>
                <a:latin typeface="Lato"/>
                <a:ea typeface="Lato"/>
                <a:cs typeface="Lato"/>
              </a:defRPr>
            </a:lvl2pPr>
            <a:lvl3pPr algn="ctr">
              <a:buNone/>
              <a:defRPr sz="1725" b="1">
                <a:solidFill>
                  <a:srgbClr val="003366"/>
                </a:solidFill>
                <a:latin typeface="Lato"/>
                <a:ea typeface="Lato"/>
                <a:cs typeface="Lato"/>
              </a:defRPr>
            </a:lvl3pPr>
            <a:lvl4pPr algn="ctr">
              <a:buNone/>
              <a:defRPr sz="1725" b="1">
                <a:solidFill>
                  <a:srgbClr val="003366"/>
                </a:solidFill>
                <a:latin typeface="Lato"/>
                <a:ea typeface="Lato"/>
                <a:cs typeface="Lato"/>
              </a:defRPr>
            </a:lvl4pPr>
            <a:lvl5pPr algn="ctr">
              <a:buNone/>
              <a:defRPr sz="1725" b="1">
                <a:solidFill>
                  <a:srgbClr val="003366"/>
                </a:solidFill>
                <a:latin typeface="Lato"/>
                <a:ea typeface="Lato"/>
                <a:cs typeface="Lato"/>
              </a:defRPr>
            </a:lvl5pPr>
            <a:lvl6pPr algn="ctr">
              <a:buNone/>
              <a:defRPr sz="1725" b="1">
                <a:solidFill>
                  <a:srgbClr val="003366"/>
                </a:solidFill>
                <a:latin typeface="Lato"/>
                <a:ea typeface="Lato"/>
                <a:cs typeface="Lato"/>
              </a:defRPr>
            </a:lvl6pPr>
            <a:lvl7pPr algn="ctr">
              <a:buNone/>
              <a:defRPr sz="1725" b="1">
                <a:solidFill>
                  <a:srgbClr val="003366"/>
                </a:solidFill>
                <a:latin typeface="Lato"/>
                <a:ea typeface="Lato"/>
                <a:cs typeface="Lato"/>
              </a:defRPr>
            </a:lvl7pPr>
            <a:lvl8pPr algn="ctr">
              <a:buNone/>
              <a:defRPr sz="1725" b="1">
                <a:solidFill>
                  <a:srgbClr val="003366"/>
                </a:solidFill>
                <a:latin typeface="Lato"/>
                <a:ea typeface="Lato"/>
                <a:cs typeface="Lato"/>
              </a:defRPr>
            </a:lvl8pPr>
            <a:lvl9pPr algn="ctr">
              <a:buNone/>
              <a:defRPr sz="1725" b="1">
                <a:solidFill>
                  <a:srgbClr val="003366"/>
                </a:solidFill>
                <a:latin typeface="Lato"/>
                <a:ea typeface="Lato"/>
                <a:cs typeface="Lato"/>
              </a:defRPr>
            </a:lvl9pPr>
          </a:lstStyle>
          <a:p>
            <a:pPr algn="ctr">
              <a:buNone/>
              <a:defRPr sz="1725" b="1">
                <a:solidFill>
                  <a:srgbClr val="003366"/>
                </a:solidFill>
                <a:latin typeface="Lato"/>
                <a:ea typeface="Lato"/>
                <a:cs typeface="Lato"/>
              </a:defRPr>
            </a:pPr>
            <a:r>
              <a:rPr sz="1725" b="1" dirty="0">
                <a:solidFill>
                  <a:srgbClr val="003366"/>
                </a:solidFill>
                <a:latin typeface="Lato"/>
                <a:ea typeface="Lato"/>
                <a:cs typeface="Lato"/>
              </a:rPr>
              <a:t>Chia </a:t>
            </a:r>
            <a:r>
              <a:rPr sz="1725" b="1" dirty="0" err="1">
                <a:solidFill>
                  <a:srgbClr val="003366"/>
                </a:solidFill>
                <a:latin typeface="Lato"/>
                <a:ea typeface="Lato"/>
                <a:cs typeface="Lato"/>
              </a:rPr>
              <a:t>áp</a:t>
            </a:r>
            <a:r>
              <a:rPr sz="1725" b="1">
                <a:solidFill>
                  <a:srgbClr val="003366"/>
                </a:solidFill>
                <a:latin typeface="Lato"/>
                <a:ea typeface="Lato"/>
                <a:cs typeface="Lato"/>
              </a:rPr>
              <a:t> AO</a:t>
            </a:r>
            <a:endParaRPr sz="1725" b="1" dirty="0">
              <a:solidFill>
                <a:srgbClr val="003366"/>
              </a:solidFill>
              <a:latin typeface="Lato"/>
              <a:ea typeface="Lato"/>
              <a:cs typeface="Lato"/>
            </a:endParaRPr>
          </a:p>
          <a:p>
            <a:pPr algn="ctr">
              <a:buNone/>
              <a:defRPr sz="1725" b="1">
                <a:solidFill>
                  <a:srgbClr val="003366"/>
                </a:solidFill>
                <a:latin typeface="Lato"/>
                <a:ea typeface="Lato"/>
                <a:cs typeface="Lato"/>
              </a:defRPr>
            </a:pPr>
            <a:r>
              <a:rPr sz="1725" b="1" dirty="0">
                <a:solidFill>
                  <a:srgbClr val="003366"/>
                </a:solidFill>
                <a:latin typeface="Lato"/>
                <a:ea typeface="Lato"/>
                <a:cs typeface="Lato"/>
              </a:rPr>
              <a:t>47 </a:t>
            </a:r>
            <a:r>
              <a:rPr sz="1725" b="1" dirty="0" err="1">
                <a:solidFill>
                  <a:srgbClr val="003366"/>
                </a:solidFill>
                <a:latin typeface="Lato"/>
                <a:ea typeface="Lato"/>
                <a:cs typeface="Lato"/>
              </a:rPr>
              <a:t>kΩ</a:t>
            </a:r>
            <a:r>
              <a:rPr sz="1725" b="1" dirty="0">
                <a:solidFill>
                  <a:srgbClr val="003366"/>
                </a:solidFill>
                <a:latin typeface="Lato"/>
                <a:ea typeface="Lato"/>
                <a:cs typeface="Lato"/>
              </a:rPr>
              <a:t> + 10 </a:t>
            </a:r>
            <a:r>
              <a:rPr sz="1725" b="1" dirty="0" err="1">
                <a:solidFill>
                  <a:srgbClr val="003366"/>
                </a:solidFill>
                <a:latin typeface="Lato"/>
                <a:ea typeface="Lato"/>
                <a:cs typeface="Lato"/>
              </a:rPr>
              <a:t>kΩ</a:t>
            </a:r>
            <a:endParaRPr sz="1725" b="1" dirty="0">
              <a:solidFill>
                <a:srgbClr val="003366"/>
              </a:solidFill>
              <a:latin typeface="Lato"/>
              <a:ea typeface="Lato"/>
              <a:cs typeface="Lato"/>
            </a:endParaRPr>
          </a:p>
        </p:txBody>
      </p:sp>
      <p:sp>
        <p:nvSpPr>
          <p:cNvPr id="8" name="DS18B20 Nhiệt độ">
            <a:extLst>
              <a:ext uri="{FF2B5EF4-FFF2-40B4-BE49-F238E27FC236}">
                <a16:creationId xmlns:a16="http://schemas.microsoft.com/office/drawing/2014/main" id="{AE152A37-77EF-4B2B-B265-6CC176E0B252}"/>
              </a:ext>
            </a:extLst>
          </p:cNvPr>
          <p:cNvSpPr>
            <a:spLocks noGrp="1"/>
          </p:cNvSpPr>
          <p:nvPr/>
        </p:nvSpPr>
        <p:spPr>
          <a:xfrm>
            <a:off x="618067" y="3291422"/>
            <a:ext cx="1857375" cy="742950"/>
          </a:xfrm>
          <a:prstGeom prst="roundRect">
            <a:avLst>
              <a:gd name="adj" fmla="val 12821"/>
            </a:avLst>
          </a:prstGeom>
          <a:solidFill>
            <a:srgbClr val="FFFFFF"/>
          </a:solidFill>
          <a:ln w="17145">
            <a:solidFill>
              <a:srgbClr val="003366"/>
            </a:solidFill>
          </a:ln>
        </p:spPr>
        <p:txBody>
          <a:bodyPr wrap="square" lIns="114300" tIns="66675" rIns="114300" bIns="66675" anchor="ctr">
            <a:noAutofit/>
          </a:bodyPr>
          <a:lstStyle>
            <a:defPPr algn="ctr">
              <a:defRPr sz="1875" b="1">
                <a:solidFill>
                  <a:srgbClr val="003366"/>
                </a:solidFill>
                <a:latin typeface="Lato"/>
                <a:ea typeface="Lato"/>
                <a:cs typeface="Lato"/>
              </a:defRPr>
            </a:defPPr>
            <a:lvl1pPr algn="ctr">
              <a:buNone/>
              <a:defRPr sz="1875" b="1">
                <a:solidFill>
                  <a:srgbClr val="003366"/>
                </a:solidFill>
                <a:latin typeface="Lato"/>
                <a:ea typeface="Lato"/>
                <a:cs typeface="Lato"/>
              </a:defRPr>
            </a:lvl1pPr>
            <a:lvl2pPr algn="ctr">
              <a:buNone/>
              <a:defRPr sz="1875" b="1">
                <a:solidFill>
                  <a:srgbClr val="003366"/>
                </a:solidFill>
                <a:latin typeface="Lato"/>
                <a:ea typeface="Lato"/>
                <a:cs typeface="Lato"/>
              </a:defRPr>
            </a:lvl2pPr>
            <a:lvl3pPr algn="ctr">
              <a:buNone/>
              <a:defRPr sz="1875" b="1">
                <a:solidFill>
                  <a:srgbClr val="003366"/>
                </a:solidFill>
                <a:latin typeface="Lato"/>
                <a:ea typeface="Lato"/>
                <a:cs typeface="Lato"/>
              </a:defRPr>
            </a:lvl3pPr>
            <a:lvl4pPr algn="ctr">
              <a:buNone/>
              <a:defRPr sz="1875" b="1">
                <a:solidFill>
                  <a:srgbClr val="003366"/>
                </a:solidFill>
                <a:latin typeface="Lato"/>
                <a:ea typeface="Lato"/>
                <a:cs typeface="Lato"/>
              </a:defRPr>
            </a:lvl4pPr>
            <a:lvl5pPr algn="ctr">
              <a:buNone/>
              <a:defRPr sz="1875" b="1">
                <a:solidFill>
                  <a:srgbClr val="003366"/>
                </a:solidFill>
                <a:latin typeface="Lato"/>
                <a:ea typeface="Lato"/>
                <a:cs typeface="Lato"/>
              </a:defRPr>
            </a:lvl5pPr>
            <a:lvl6pPr algn="ctr">
              <a:buNone/>
              <a:defRPr sz="1875" b="1">
                <a:solidFill>
                  <a:srgbClr val="003366"/>
                </a:solidFill>
                <a:latin typeface="Lato"/>
                <a:ea typeface="Lato"/>
                <a:cs typeface="Lato"/>
              </a:defRPr>
            </a:lvl6pPr>
            <a:lvl7pPr algn="ctr">
              <a:buNone/>
              <a:defRPr sz="1875" b="1">
                <a:solidFill>
                  <a:srgbClr val="003366"/>
                </a:solidFill>
                <a:latin typeface="Lato"/>
                <a:ea typeface="Lato"/>
                <a:cs typeface="Lato"/>
              </a:defRPr>
            </a:lvl7pPr>
            <a:lvl8pPr algn="ctr">
              <a:buNone/>
              <a:defRPr sz="1875" b="1">
                <a:solidFill>
                  <a:srgbClr val="003366"/>
                </a:solidFill>
                <a:latin typeface="Lato"/>
                <a:ea typeface="Lato"/>
                <a:cs typeface="Lato"/>
              </a:defRPr>
            </a:lvl8pPr>
            <a:lvl9pPr algn="ctr">
              <a:buNone/>
              <a:defRPr sz="1875" b="1">
                <a:solidFill>
                  <a:srgbClr val="003366"/>
                </a:solidFill>
                <a:latin typeface="Lato"/>
                <a:ea typeface="Lato"/>
                <a:cs typeface="Lato"/>
              </a:defRPr>
            </a:lvl9pPr>
          </a:lstStyle>
          <a:p>
            <a:pPr algn="ctr">
              <a:buNone/>
              <a:defRPr sz="1875" b="1">
                <a:solidFill>
                  <a:srgbClr val="003366"/>
                </a:solidFill>
                <a:latin typeface="Lato"/>
                <a:ea typeface="Lato"/>
                <a:cs typeface="Lato"/>
              </a:defRPr>
            </a:pPr>
            <a:r>
              <a:rPr sz="1875" b="1">
                <a:solidFill>
                  <a:srgbClr val="003366"/>
                </a:solidFill>
                <a:latin typeface="Lato"/>
                <a:ea typeface="Lato"/>
                <a:cs typeface="Lato"/>
              </a:rPr>
              <a:t>DS18B20</a:t>
            </a:r>
          </a:p>
          <a:p>
            <a:pPr algn="ctr">
              <a:buNone/>
              <a:defRPr sz="1875" b="1">
                <a:solidFill>
                  <a:srgbClr val="003366"/>
                </a:solidFill>
                <a:latin typeface="Lato"/>
                <a:ea typeface="Lato"/>
                <a:cs typeface="Lato"/>
              </a:defRPr>
            </a:pPr>
            <a:r>
              <a:rPr sz="1875" b="1">
                <a:solidFill>
                  <a:srgbClr val="003366"/>
                </a:solidFill>
                <a:latin typeface="Lato"/>
                <a:ea typeface="Lato"/>
                <a:cs typeface="Lato"/>
              </a:rPr>
              <a:t>Nhiệt độ</a:t>
            </a:r>
          </a:p>
        </p:txBody>
      </p:sp>
      <p:sp>
        <p:nvSpPr>
          <p:cNvPr id="9" name="Cảm biến lửa IR Ngõ ra DO">
            <a:extLst>
              <a:ext uri="{FF2B5EF4-FFF2-40B4-BE49-F238E27FC236}">
                <a16:creationId xmlns:a16="http://schemas.microsoft.com/office/drawing/2014/main" id="{E2ECE848-5D78-4424-BFF3-5F439714173E}"/>
              </a:ext>
            </a:extLst>
          </p:cNvPr>
          <p:cNvSpPr>
            <a:spLocks noGrp="1"/>
          </p:cNvSpPr>
          <p:nvPr/>
        </p:nvSpPr>
        <p:spPr>
          <a:xfrm>
            <a:off x="618067" y="4453472"/>
            <a:ext cx="1857375" cy="742950"/>
          </a:xfrm>
          <a:prstGeom prst="roundRect">
            <a:avLst>
              <a:gd name="adj" fmla="val 12821"/>
            </a:avLst>
          </a:prstGeom>
          <a:solidFill>
            <a:srgbClr val="FFFFFF"/>
          </a:solidFill>
          <a:ln w="17145">
            <a:solidFill>
              <a:srgbClr val="003366"/>
            </a:solidFill>
          </a:ln>
        </p:spPr>
        <p:txBody>
          <a:bodyPr wrap="square" lIns="114300" tIns="66675" rIns="114300" bIns="66675" anchor="ctr">
            <a:noAutofit/>
          </a:bodyPr>
          <a:lstStyle>
            <a:defPPr algn="ctr">
              <a:defRPr sz="1875" b="1">
                <a:solidFill>
                  <a:srgbClr val="003366"/>
                </a:solidFill>
                <a:latin typeface="Lato"/>
                <a:ea typeface="Lato"/>
                <a:cs typeface="Lato"/>
              </a:defRPr>
            </a:defPPr>
            <a:lvl1pPr algn="ctr">
              <a:buNone/>
              <a:defRPr sz="1875" b="1">
                <a:solidFill>
                  <a:srgbClr val="003366"/>
                </a:solidFill>
                <a:latin typeface="Lato"/>
                <a:ea typeface="Lato"/>
                <a:cs typeface="Lato"/>
              </a:defRPr>
            </a:lvl1pPr>
            <a:lvl2pPr algn="ctr">
              <a:buNone/>
              <a:defRPr sz="1875" b="1">
                <a:solidFill>
                  <a:srgbClr val="003366"/>
                </a:solidFill>
                <a:latin typeface="Lato"/>
                <a:ea typeface="Lato"/>
                <a:cs typeface="Lato"/>
              </a:defRPr>
            </a:lvl2pPr>
            <a:lvl3pPr algn="ctr">
              <a:buNone/>
              <a:defRPr sz="1875" b="1">
                <a:solidFill>
                  <a:srgbClr val="003366"/>
                </a:solidFill>
                <a:latin typeface="Lato"/>
                <a:ea typeface="Lato"/>
                <a:cs typeface="Lato"/>
              </a:defRPr>
            </a:lvl3pPr>
            <a:lvl4pPr algn="ctr">
              <a:buNone/>
              <a:defRPr sz="1875" b="1">
                <a:solidFill>
                  <a:srgbClr val="003366"/>
                </a:solidFill>
                <a:latin typeface="Lato"/>
                <a:ea typeface="Lato"/>
                <a:cs typeface="Lato"/>
              </a:defRPr>
            </a:lvl4pPr>
            <a:lvl5pPr algn="ctr">
              <a:buNone/>
              <a:defRPr sz="1875" b="1">
                <a:solidFill>
                  <a:srgbClr val="003366"/>
                </a:solidFill>
                <a:latin typeface="Lato"/>
                <a:ea typeface="Lato"/>
                <a:cs typeface="Lato"/>
              </a:defRPr>
            </a:lvl5pPr>
            <a:lvl6pPr algn="ctr">
              <a:buNone/>
              <a:defRPr sz="1875" b="1">
                <a:solidFill>
                  <a:srgbClr val="003366"/>
                </a:solidFill>
                <a:latin typeface="Lato"/>
                <a:ea typeface="Lato"/>
                <a:cs typeface="Lato"/>
              </a:defRPr>
            </a:lvl6pPr>
            <a:lvl7pPr algn="ctr">
              <a:buNone/>
              <a:defRPr sz="1875" b="1">
                <a:solidFill>
                  <a:srgbClr val="003366"/>
                </a:solidFill>
                <a:latin typeface="Lato"/>
                <a:ea typeface="Lato"/>
                <a:cs typeface="Lato"/>
              </a:defRPr>
            </a:lvl7pPr>
            <a:lvl8pPr algn="ctr">
              <a:buNone/>
              <a:defRPr sz="1875" b="1">
                <a:solidFill>
                  <a:srgbClr val="003366"/>
                </a:solidFill>
                <a:latin typeface="Lato"/>
                <a:ea typeface="Lato"/>
                <a:cs typeface="Lato"/>
              </a:defRPr>
            </a:lvl8pPr>
            <a:lvl9pPr algn="ctr">
              <a:buNone/>
              <a:defRPr sz="1875" b="1">
                <a:solidFill>
                  <a:srgbClr val="003366"/>
                </a:solidFill>
                <a:latin typeface="Lato"/>
                <a:ea typeface="Lato"/>
                <a:cs typeface="Lato"/>
              </a:defRPr>
            </a:lvl9pPr>
          </a:lstStyle>
          <a:p>
            <a:pPr algn="ctr">
              <a:buNone/>
              <a:defRPr sz="1875" b="1">
                <a:solidFill>
                  <a:srgbClr val="003366"/>
                </a:solidFill>
                <a:latin typeface="Lato"/>
                <a:ea typeface="Lato"/>
                <a:cs typeface="Lato"/>
              </a:defRPr>
            </a:pPr>
            <a:r>
              <a:rPr sz="1875" b="1" dirty="0" err="1">
                <a:solidFill>
                  <a:srgbClr val="003366"/>
                </a:solidFill>
                <a:latin typeface="Lato"/>
                <a:ea typeface="Lato"/>
                <a:cs typeface="Lato"/>
              </a:rPr>
              <a:t>Cảm</a:t>
            </a:r>
            <a:r>
              <a:rPr sz="1875" b="1" dirty="0">
                <a:solidFill>
                  <a:srgbClr val="003366"/>
                </a:solidFill>
                <a:latin typeface="Lato"/>
                <a:ea typeface="Lato"/>
                <a:cs typeface="Lato"/>
              </a:rPr>
              <a:t> </a:t>
            </a:r>
            <a:r>
              <a:rPr sz="1875" b="1" dirty="0" err="1">
                <a:solidFill>
                  <a:srgbClr val="003366"/>
                </a:solidFill>
                <a:latin typeface="Lato"/>
                <a:ea typeface="Lato"/>
                <a:cs typeface="Lato"/>
              </a:rPr>
              <a:t>biến</a:t>
            </a:r>
            <a:r>
              <a:rPr sz="1875" b="1" dirty="0">
                <a:solidFill>
                  <a:srgbClr val="003366"/>
                </a:solidFill>
                <a:latin typeface="Lato"/>
                <a:ea typeface="Lato"/>
                <a:cs typeface="Lato"/>
              </a:rPr>
              <a:t> </a:t>
            </a:r>
            <a:r>
              <a:rPr sz="1875" b="1" dirty="0" err="1">
                <a:solidFill>
                  <a:srgbClr val="003366"/>
                </a:solidFill>
                <a:latin typeface="Lato"/>
                <a:ea typeface="Lato"/>
                <a:cs typeface="Lato"/>
              </a:rPr>
              <a:t>lửa</a:t>
            </a:r>
            <a:endParaRPr sz="1875" b="1" dirty="0">
              <a:solidFill>
                <a:srgbClr val="003366"/>
              </a:solidFill>
              <a:latin typeface="Lato"/>
              <a:ea typeface="Lato"/>
              <a:cs typeface="Lato"/>
            </a:endParaRPr>
          </a:p>
        </p:txBody>
      </p:sp>
      <p:sp>
        <p:nvSpPr>
          <p:cNvPr id="10" name="ESP8266 NodeMCU">
            <a:extLst>
              <a:ext uri="{FF2B5EF4-FFF2-40B4-BE49-F238E27FC236}">
                <a16:creationId xmlns:a16="http://schemas.microsoft.com/office/drawing/2014/main" id="{5311D9AC-5ADB-4701-9B53-ECAF572FF0FF}"/>
              </a:ext>
            </a:extLst>
          </p:cNvPr>
          <p:cNvSpPr>
            <a:spLocks noGrp="1"/>
          </p:cNvSpPr>
          <p:nvPr/>
        </p:nvSpPr>
        <p:spPr>
          <a:xfrm>
            <a:off x="5818717" y="2091272"/>
            <a:ext cx="2190750" cy="3143250"/>
          </a:xfrm>
          <a:prstGeom prst="roundRect">
            <a:avLst>
              <a:gd name="adj" fmla="val 4348"/>
            </a:avLst>
          </a:prstGeom>
          <a:solidFill>
            <a:srgbClr val="FFFFFF"/>
          </a:solidFill>
          <a:ln w="17145">
            <a:solidFill>
              <a:srgbClr val="003366"/>
            </a:solidFill>
          </a:ln>
        </p:spPr>
        <p:txBody>
          <a:bodyPr wrap="square" lIns="114300" tIns="66675" rIns="114300" bIns="66675" anchor="ctr">
            <a:noAutofit/>
          </a:bodyPr>
          <a:lstStyle>
            <a:defPPr algn="ctr">
              <a:defRPr sz="2325" b="1">
                <a:solidFill>
                  <a:srgbClr val="003366"/>
                </a:solidFill>
                <a:latin typeface="Lato"/>
                <a:ea typeface="Lato"/>
                <a:cs typeface="Lato"/>
              </a:defRPr>
            </a:defPPr>
            <a:lvl1pPr algn="ctr">
              <a:buNone/>
              <a:defRPr sz="2325" b="1">
                <a:solidFill>
                  <a:srgbClr val="003366"/>
                </a:solidFill>
                <a:latin typeface="Lato"/>
                <a:ea typeface="Lato"/>
                <a:cs typeface="Lato"/>
              </a:defRPr>
            </a:lvl1pPr>
            <a:lvl2pPr algn="ctr">
              <a:buNone/>
              <a:defRPr sz="2325" b="1">
                <a:solidFill>
                  <a:srgbClr val="003366"/>
                </a:solidFill>
                <a:latin typeface="Lato"/>
                <a:ea typeface="Lato"/>
                <a:cs typeface="Lato"/>
              </a:defRPr>
            </a:lvl2pPr>
            <a:lvl3pPr algn="ctr">
              <a:buNone/>
              <a:defRPr sz="2325" b="1">
                <a:solidFill>
                  <a:srgbClr val="003366"/>
                </a:solidFill>
                <a:latin typeface="Lato"/>
                <a:ea typeface="Lato"/>
                <a:cs typeface="Lato"/>
              </a:defRPr>
            </a:lvl3pPr>
            <a:lvl4pPr algn="ctr">
              <a:buNone/>
              <a:defRPr sz="2325" b="1">
                <a:solidFill>
                  <a:srgbClr val="003366"/>
                </a:solidFill>
                <a:latin typeface="Lato"/>
                <a:ea typeface="Lato"/>
                <a:cs typeface="Lato"/>
              </a:defRPr>
            </a:lvl4pPr>
            <a:lvl5pPr algn="ctr">
              <a:buNone/>
              <a:defRPr sz="2325" b="1">
                <a:solidFill>
                  <a:srgbClr val="003366"/>
                </a:solidFill>
                <a:latin typeface="Lato"/>
                <a:ea typeface="Lato"/>
                <a:cs typeface="Lato"/>
              </a:defRPr>
            </a:lvl5pPr>
            <a:lvl6pPr algn="ctr">
              <a:buNone/>
              <a:defRPr sz="2325" b="1">
                <a:solidFill>
                  <a:srgbClr val="003366"/>
                </a:solidFill>
                <a:latin typeface="Lato"/>
                <a:ea typeface="Lato"/>
                <a:cs typeface="Lato"/>
              </a:defRPr>
            </a:lvl6pPr>
            <a:lvl7pPr algn="ctr">
              <a:buNone/>
              <a:defRPr sz="2325" b="1">
                <a:solidFill>
                  <a:srgbClr val="003366"/>
                </a:solidFill>
                <a:latin typeface="Lato"/>
                <a:ea typeface="Lato"/>
                <a:cs typeface="Lato"/>
              </a:defRPr>
            </a:lvl7pPr>
            <a:lvl8pPr algn="ctr">
              <a:buNone/>
              <a:defRPr sz="2325" b="1">
                <a:solidFill>
                  <a:srgbClr val="003366"/>
                </a:solidFill>
                <a:latin typeface="Lato"/>
                <a:ea typeface="Lato"/>
                <a:cs typeface="Lato"/>
              </a:defRPr>
            </a:lvl8pPr>
            <a:lvl9pPr algn="ctr">
              <a:buNone/>
              <a:defRPr sz="2325" b="1">
                <a:solidFill>
                  <a:srgbClr val="003366"/>
                </a:solidFill>
                <a:latin typeface="Lato"/>
                <a:ea typeface="Lato"/>
                <a:cs typeface="Lato"/>
              </a:defRPr>
            </a:lvl9pPr>
          </a:lstStyle>
          <a:p>
            <a:pPr algn="ctr">
              <a:buNone/>
              <a:defRPr sz="2325" b="1">
                <a:solidFill>
                  <a:srgbClr val="003366"/>
                </a:solidFill>
                <a:latin typeface="Lato"/>
                <a:ea typeface="Lato"/>
                <a:cs typeface="Lato"/>
              </a:defRPr>
            </a:pPr>
            <a:r>
              <a:rPr sz="2325" b="1">
                <a:solidFill>
                  <a:srgbClr val="003366"/>
                </a:solidFill>
                <a:latin typeface="Lato"/>
                <a:ea typeface="Lato"/>
                <a:cs typeface="Lato"/>
              </a:rPr>
              <a:t>ESP8266</a:t>
            </a:r>
          </a:p>
          <a:p>
            <a:pPr algn="ctr">
              <a:buNone/>
              <a:defRPr sz="2325" b="1">
                <a:solidFill>
                  <a:srgbClr val="003366"/>
                </a:solidFill>
                <a:latin typeface="Lato"/>
                <a:ea typeface="Lato"/>
                <a:cs typeface="Lato"/>
              </a:defRPr>
            </a:pPr>
            <a:r>
              <a:rPr sz="2325" b="1">
                <a:solidFill>
                  <a:srgbClr val="003366"/>
                </a:solidFill>
                <a:latin typeface="Lato"/>
                <a:ea typeface="Lato"/>
                <a:cs typeface="Lato"/>
              </a:rPr>
              <a:t>NodeMCU</a:t>
            </a:r>
          </a:p>
        </p:txBody>
      </p:sp>
      <p:sp>
        <p:nvSpPr>
          <p:cNvPr id="11" name="LED RGB 330 Ω mỗi nhánh">
            <a:extLst>
              <a:ext uri="{FF2B5EF4-FFF2-40B4-BE49-F238E27FC236}">
                <a16:creationId xmlns:a16="http://schemas.microsoft.com/office/drawing/2014/main" id="{47049549-E069-4591-9AE6-5B4C0D22642B}"/>
              </a:ext>
            </a:extLst>
          </p:cNvPr>
          <p:cNvSpPr>
            <a:spLocks noGrp="1"/>
          </p:cNvSpPr>
          <p:nvPr/>
        </p:nvSpPr>
        <p:spPr>
          <a:xfrm>
            <a:off x="9485842" y="2405597"/>
            <a:ext cx="2047875" cy="838200"/>
          </a:xfrm>
          <a:prstGeom prst="roundRect">
            <a:avLst>
              <a:gd name="adj" fmla="val 11364"/>
            </a:avLst>
          </a:prstGeom>
          <a:solidFill>
            <a:srgbClr val="FFFFFF"/>
          </a:solidFill>
          <a:ln w="17145">
            <a:solidFill>
              <a:srgbClr val="003366"/>
            </a:solidFill>
          </a:ln>
        </p:spPr>
        <p:txBody>
          <a:bodyPr wrap="square" lIns="114300" tIns="66675" rIns="114300" bIns="66675" anchor="ctr">
            <a:noAutofit/>
          </a:bodyPr>
          <a:lstStyle>
            <a:defPPr algn="ctr">
              <a:defRPr sz="1875" b="1">
                <a:solidFill>
                  <a:srgbClr val="003366"/>
                </a:solidFill>
                <a:latin typeface="Lato"/>
                <a:ea typeface="Lato"/>
                <a:cs typeface="Lato"/>
              </a:defRPr>
            </a:defPPr>
            <a:lvl1pPr algn="ctr">
              <a:buNone/>
              <a:defRPr sz="1875" b="1">
                <a:solidFill>
                  <a:srgbClr val="003366"/>
                </a:solidFill>
                <a:latin typeface="Lato"/>
                <a:ea typeface="Lato"/>
                <a:cs typeface="Lato"/>
              </a:defRPr>
            </a:lvl1pPr>
            <a:lvl2pPr algn="ctr">
              <a:buNone/>
              <a:defRPr sz="1875" b="1">
                <a:solidFill>
                  <a:srgbClr val="003366"/>
                </a:solidFill>
                <a:latin typeface="Lato"/>
                <a:ea typeface="Lato"/>
                <a:cs typeface="Lato"/>
              </a:defRPr>
            </a:lvl2pPr>
            <a:lvl3pPr algn="ctr">
              <a:buNone/>
              <a:defRPr sz="1875" b="1">
                <a:solidFill>
                  <a:srgbClr val="003366"/>
                </a:solidFill>
                <a:latin typeface="Lato"/>
                <a:ea typeface="Lato"/>
                <a:cs typeface="Lato"/>
              </a:defRPr>
            </a:lvl3pPr>
            <a:lvl4pPr algn="ctr">
              <a:buNone/>
              <a:defRPr sz="1875" b="1">
                <a:solidFill>
                  <a:srgbClr val="003366"/>
                </a:solidFill>
                <a:latin typeface="Lato"/>
                <a:ea typeface="Lato"/>
                <a:cs typeface="Lato"/>
              </a:defRPr>
            </a:lvl4pPr>
            <a:lvl5pPr algn="ctr">
              <a:buNone/>
              <a:defRPr sz="1875" b="1">
                <a:solidFill>
                  <a:srgbClr val="003366"/>
                </a:solidFill>
                <a:latin typeface="Lato"/>
                <a:ea typeface="Lato"/>
                <a:cs typeface="Lato"/>
              </a:defRPr>
            </a:lvl5pPr>
            <a:lvl6pPr algn="ctr">
              <a:buNone/>
              <a:defRPr sz="1875" b="1">
                <a:solidFill>
                  <a:srgbClr val="003366"/>
                </a:solidFill>
                <a:latin typeface="Lato"/>
                <a:ea typeface="Lato"/>
                <a:cs typeface="Lato"/>
              </a:defRPr>
            </a:lvl6pPr>
            <a:lvl7pPr algn="ctr">
              <a:buNone/>
              <a:defRPr sz="1875" b="1">
                <a:solidFill>
                  <a:srgbClr val="003366"/>
                </a:solidFill>
                <a:latin typeface="Lato"/>
                <a:ea typeface="Lato"/>
                <a:cs typeface="Lato"/>
              </a:defRPr>
            </a:lvl7pPr>
            <a:lvl8pPr algn="ctr">
              <a:buNone/>
              <a:defRPr sz="1875" b="1">
                <a:solidFill>
                  <a:srgbClr val="003366"/>
                </a:solidFill>
                <a:latin typeface="Lato"/>
                <a:ea typeface="Lato"/>
                <a:cs typeface="Lato"/>
              </a:defRPr>
            </a:lvl8pPr>
            <a:lvl9pPr algn="ctr">
              <a:buNone/>
              <a:defRPr sz="1875" b="1">
                <a:solidFill>
                  <a:srgbClr val="003366"/>
                </a:solidFill>
                <a:latin typeface="Lato"/>
                <a:ea typeface="Lato"/>
                <a:cs typeface="Lato"/>
              </a:defRPr>
            </a:lvl9pPr>
          </a:lstStyle>
          <a:p>
            <a:pPr algn="ctr">
              <a:buNone/>
              <a:defRPr sz="1875" b="1">
                <a:solidFill>
                  <a:srgbClr val="003366"/>
                </a:solidFill>
                <a:latin typeface="Lato"/>
                <a:ea typeface="Lato"/>
                <a:cs typeface="Lato"/>
              </a:defRPr>
            </a:pPr>
            <a:r>
              <a:rPr sz="1875" b="1">
                <a:solidFill>
                  <a:srgbClr val="003366"/>
                </a:solidFill>
                <a:latin typeface="Lato"/>
                <a:ea typeface="Lato"/>
                <a:cs typeface="Lato"/>
              </a:rPr>
              <a:t>LED RGB</a:t>
            </a:r>
          </a:p>
          <a:p>
            <a:pPr algn="ctr">
              <a:buNone/>
              <a:defRPr sz="1875" b="1">
                <a:solidFill>
                  <a:srgbClr val="003366"/>
                </a:solidFill>
                <a:latin typeface="Lato"/>
                <a:ea typeface="Lato"/>
                <a:cs typeface="Lato"/>
              </a:defRPr>
            </a:pPr>
            <a:r>
              <a:rPr sz="1875" b="1">
                <a:solidFill>
                  <a:srgbClr val="003366"/>
                </a:solidFill>
                <a:latin typeface="Lato"/>
                <a:ea typeface="Lato"/>
                <a:cs typeface="Lato"/>
              </a:rPr>
              <a:t>330 Ω / nhánh</a:t>
            </a:r>
          </a:p>
        </p:txBody>
      </p:sp>
      <p:sp>
        <p:nvSpPr>
          <p:cNvPr id="12" name="Module còi">
            <a:extLst>
              <a:ext uri="{FF2B5EF4-FFF2-40B4-BE49-F238E27FC236}">
                <a16:creationId xmlns:a16="http://schemas.microsoft.com/office/drawing/2014/main" id="{DC9A9802-1496-4D15-837A-1EA808A8569F}"/>
              </a:ext>
            </a:extLst>
          </p:cNvPr>
          <p:cNvSpPr>
            <a:spLocks noGrp="1"/>
          </p:cNvSpPr>
          <p:nvPr/>
        </p:nvSpPr>
        <p:spPr>
          <a:xfrm>
            <a:off x="9485842" y="4253447"/>
            <a:ext cx="2047875" cy="742950"/>
          </a:xfrm>
          <a:prstGeom prst="roundRect">
            <a:avLst>
              <a:gd name="adj" fmla="val 12821"/>
            </a:avLst>
          </a:prstGeom>
          <a:solidFill>
            <a:srgbClr val="FFFFFF"/>
          </a:solidFill>
          <a:ln w="17145">
            <a:solidFill>
              <a:srgbClr val="003366"/>
            </a:solidFill>
          </a:ln>
        </p:spPr>
        <p:txBody>
          <a:bodyPr wrap="square" lIns="114300" tIns="66675" rIns="114300" bIns="66675" anchor="ctr">
            <a:noAutofit/>
          </a:bodyPr>
          <a:lstStyle>
            <a:defPPr algn="ctr">
              <a:defRPr sz="2025" b="1">
                <a:solidFill>
                  <a:srgbClr val="003366"/>
                </a:solidFill>
                <a:latin typeface="Lato"/>
                <a:ea typeface="Lato"/>
                <a:cs typeface="Lato"/>
              </a:defRPr>
            </a:defPPr>
            <a:lvl1pPr algn="ctr">
              <a:buNone/>
              <a:defRPr sz="2025" b="1">
                <a:solidFill>
                  <a:srgbClr val="003366"/>
                </a:solidFill>
                <a:latin typeface="Lato"/>
                <a:ea typeface="Lato"/>
                <a:cs typeface="Lato"/>
              </a:defRPr>
            </a:lvl1pPr>
            <a:lvl2pPr algn="ctr">
              <a:buNone/>
              <a:defRPr sz="2025" b="1">
                <a:solidFill>
                  <a:srgbClr val="003366"/>
                </a:solidFill>
                <a:latin typeface="Lato"/>
                <a:ea typeface="Lato"/>
                <a:cs typeface="Lato"/>
              </a:defRPr>
            </a:lvl2pPr>
            <a:lvl3pPr algn="ctr">
              <a:buNone/>
              <a:defRPr sz="2025" b="1">
                <a:solidFill>
                  <a:srgbClr val="003366"/>
                </a:solidFill>
                <a:latin typeface="Lato"/>
                <a:ea typeface="Lato"/>
                <a:cs typeface="Lato"/>
              </a:defRPr>
            </a:lvl3pPr>
            <a:lvl4pPr algn="ctr">
              <a:buNone/>
              <a:defRPr sz="2025" b="1">
                <a:solidFill>
                  <a:srgbClr val="003366"/>
                </a:solidFill>
                <a:latin typeface="Lato"/>
                <a:ea typeface="Lato"/>
                <a:cs typeface="Lato"/>
              </a:defRPr>
            </a:lvl4pPr>
            <a:lvl5pPr algn="ctr">
              <a:buNone/>
              <a:defRPr sz="2025" b="1">
                <a:solidFill>
                  <a:srgbClr val="003366"/>
                </a:solidFill>
                <a:latin typeface="Lato"/>
                <a:ea typeface="Lato"/>
                <a:cs typeface="Lato"/>
              </a:defRPr>
            </a:lvl5pPr>
            <a:lvl6pPr algn="ctr">
              <a:buNone/>
              <a:defRPr sz="2025" b="1">
                <a:solidFill>
                  <a:srgbClr val="003366"/>
                </a:solidFill>
                <a:latin typeface="Lato"/>
                <a:ea typeface="Lato"/>
                <a:cs typeface="Lato"/>
              </a:defRPr>
            </a:lvl6pPr>
            <a:lvl7pPr algn="ctr">
              <a:buNone/>
              <a:defRPr sz="2025" b="1">
                <a:solidFill>
                  <a:srgbClr val="003366"/>
                </a:solidFill>
                <a:latin typeface="Lato"/>
                <a:ea typeface="Lato"/>
                <a:cs typeface="Lato"/>
              </a:defRPr>
            </a:lvl7pPr>
            <a:lvl8pPr algn="ctr">
              <a:buNone/>
              <a:defRPr sz="2025" b="1">
                <a:solidFill>
                  <a:srgbClr val="003366"/>
                </a:solidFill>
                <a:latin typeface="Lato"/>
                <a:ea typeface="Lato"/>
                <a:cs typeface="Lato"/>
              </a:defRPr>
            </a:lvl8pPr>
            <a:lvl9pPr algn="ctr">
              <a:buNone/>
              <a:defRPr sz="2025" b="1">
                <a:solidFill>
                  <a:srgbClr val="003366"/>
                </a:solidFill>
                <a:latin typeface="Lato"/>
                <a:ea typeface="Lato"/>
                <a:cs typeface="Lato"/>
              </a:defRPr>
            </a:lvl9pPr>
          </a:lstStyle>
          <a:p>
            <a:pPr algn="ctr">
              <a:buNone/>
              <a:defRPr sz="2025" b="1">
                <a:solidFill>
                  <a:srgbClr val="003366"/>
                </a:solidFill>
                <a:latin typeface="Lato"/>
                <a:ea typeface="Lato"/>
                <a:cs typeface="Lato"/>
              </a:defRPr>
            </a:pPr>
            <a:r>
              <a:rPr sz="2025" b="1">
                <a:solidFill>
                  <a:srgbClr val="003366"/>
                </a:solidFill>
                <a:latin typeface="Lato"/>
                <a:ea typeface="Lato"/>
                <a:cs typeface="Lato"/>
              </a:rPr>
              <a:t>Module còi</a:t>
            </a:r>
          </a:p>
        </p:txBody>
      </p:sp>
      <p:cxnSp>
        <p:nvCxnSpPr>
          <p:cNvPr id="13" name="Diagram connection">
            <a:extLst>
              <a:ext uri="{FF2B5EF4-FFF2-40B4-BE49-F238E27FC236}">
                <a16:creationId xmlns:a16="http://schemas.microsoft.com/office/drawing/2014/main" id="{B3FCA004-4129-4D7B-AACB-E7A2C3C6B94C}"/>
              </a:ext>
            </a:extLst>
          </p:cNvPr>
          <p:cNvCxnSpPr/>
          <p:nvPr/>
        </p:nvCxnSpPr>
        <p:spPr>
          <a:xfrm>
            <a:off x="2475442" y="2491322"/>
            <a:ext cx="581025" cy="0"/>
          </a:xfrm>
          <a:prstGeom prst="straightConnector1">
            <a:avLst/>
          </a:prstGeom>
          <a:ln w="17145">
            <a:solidFill>
              <a:srgbClr val="888888"/>
            </a:solidFill>
            <a:prstDash val="solid"/>
            <a:tailEnd type="triangle" w="sm" len="sm"/>
          </a:ln>
        </p:spPr>
      </p:cxnSp>
      <p:sp>
        <p:nvSpPr>
          <p:cNvPr id="14" name="AO">
            <a:extLst>
              <a:ext uri="{FF2B5EF4-FFF2-40B4-BE49-F238E27FC236}">
                <a16:creationId xmlns:a16="http://schemas.microsoft.com/office/drawing/2014/main" id="{7D5639EB-C23C-458D-86F6-7780C51D34F3}"/>
              </a:ext>
            </a:extLst>
          </p:cNvPr>
          <p:cNvSpPr>
            <a:spLocks noGrp="1"/>
          </p:cNvSpPr>
          <p:nvPr/>
        </p:nvSpPr>
        <p:spPr>
          <a:xfrm>
            <a:off x="2484967" y="2138897"/>
            <a:ext cx="571500" cy="266700"/>
          </a:xfrm>
          <a:prstGeom prst="rect">
            <a:avLst/>
          </a:prstGeom>
          <a:noFill/>
          <a:ln w="0">
            <a:noFill/>
          </a:ln>
        </p:spPr>
        <p:txBody>
          <a:bodyPr wrap="square" lIns="0" tIns="0" rIns="0" bIns="0" anchor="t">
            <a:noAutofit/>
          </a:bodyPr>
          <a:lstStyle>
            <a:defPPr algn="ctr">
              <a:defRPr sz="1575" b="0">
                <a:solidFill>
                  <a:srgbClr val="003366"/>
                </a:solidFill>
                <a:latin typeface="Lato"/>
                <a:ea typeface="Lato"/>
                <a:cs typeface="Lato"/>
              </a:defRPr>
            </a:defPPr>
            <a:lvl1pPr algn="ctr">
              <a:buNone/>
              <a:defRPr sz="1575" b="0">
                <a:solidFill>
                  <a:srgbClr val="003366"/>
                </a:solidFill>
                <a:latin typeface="Lato"/>
                <a:ea typeface="Lato"/>
                <a:cs typeface="Lato"/>
              </a:defRPr>
            </a:lvl1pPr>
            <a:lvl2pPr algn="ctr">
              <a:buNone/>
              <a:defRPr sz="1575" b="0">
                <a:solidFill>
                  <a:srgbClr val="003366"/>
                </a:solidFill>
                <a:latin typeface="Lato"/>
                <a:ea typeface="Lato"/>
                <a:cs typeface="Lato"/>
              </a:defRPr>
            </a:lvl2pPr>
            <a:lvl3pPr algn="ctr">
              <a:buNone/>
              <a:defRPr sz="1575" b="0">
                <a:solidFill>
                  <a:srgbClr val="003366"/>
                </a:solidFill>
                <a:latin typeface="Lato"/>
                <a:ea typeface="Lato"/>
                <a:cs typeface="Lato"/>
              </a:defRPr>
            </a:lvl3pPr>
            <a:lvl4pPr algn="ctr">
              <a:buNone/>
              <a:defRPr sz="1575" b="0">
                <a:solidFill>
                  <a:srgbClr val="003366"/>
                </a:solidFill>
                <a:latin typeface="Lato"/>
                <a:ea typeface="Lato"/>
                <a:cs typeface="Lato"/>
              </a:defRPr>
            </a:lvl4pPr>
            <a:lvl5pPr algn="ctr">
              <a:buNone/>
              <a:defRPr sz="1575" b="0">
                <a:solidFill>
                  <a:srgbClr val="003366"/>
                </a:solidFill>
                <a:latin typeface="Lato"/>
                <a:ea typeface="Lato"/>
                <a:cs typeface="Lato"/>
              </a:defRPr>
            </a:lvl5pPr>
            <a:lvl6pPr algn="ctr">
              <a:buNone/>
              <a:defRPr sz="1575" b="0">
                <a:solidFill>
                  <a:srgbClr val="003366"/>
                </a:solidFill>
                <a:latin typeface="Lato"/>
                <a:ea typeface="Lato"/>
                <a:cs typeface="Lato"/>
              </a:defRPr>
            </a:lvl6pPr>
            <a:lvl7pPr algn="ctr">
              <a:buNone/>
              <a:defRPr sz="1575" b="0">
                <a:solidFill>
                  <a:srgbClr val="003366"/>
                </a:solidFill>
                <a:latin typeface="Lato"/>
                <a:ea typeface="Lato"/>
                <a:cs typeface="Lato"/>
              </a:defRPr>
            </a:lvl7pPr>
            <a:lvl8pPr algn="ctr">
              <a:buNone/>
              <a:defRPr sz="1575" b="0">
                <a:solidFill>
                  <a:srgbClr val="003366"/>
                </a:solidFill>
                <a:latin typeface="Lato"/>
                <a:ea typeface="Lato"/>
                <a:cs typeface="Lato"/>
              </a:defRPr>
            </a:lvl8pPr>
            <a:lvl9pPr algn="ctr">
              <a:buNone/>
              <a:defRPr sz="1575" b="0">
                <a:solidFill>
                  <a:srgbClr val="003366"/>
                </a:solidFill>
                <a:latin typeface="Lato"/>
                <a:ea typeface="Lato"/>
                <a:cs typeface="Lato"/>
              </a:defRPr>
            </a:lvl9pPr>
          </a:lstStyle>
          <a:p>
            <a:pPr algn="ctr">
              <a:buNone/>
              <a:defRPr sz="1575" b="0">
                <a:solidFill>
                  <a:srgbClr val="003366"/>
                </a:solidFill>
                <a:latin typeface="Lato"/>
                <a:ea typeface="Lato"/>
                <a:cs typeface="Lato"/>
              </a:defRPr>
            </a:pPr>
            <a:r>
              <a:rPr sz="1575" b="0">
                <a:solidFill>
                  <a:srgbClr val="003366"/>
                </a:solidFill>
                <a:latin typeface="Lato"/>
                <a:ea typeface="Lato"/>
                <a:cs typeface="Lato"/>
              </a:rPr>
              <a:t>AO</a:t>
            </a:r>
          </a:p>
        </p:txBody>
      </p:sp>
      <p:cxnSp>
        <p:nvCxnSpPr>
          <p:cNvPr id="15" name="Diagram connection">
            <a:extLst>
              <a:ext uri="{FF2B5EF4-FFF2-40B4-BE49-F238E27FC236}">
                <a16:creationId xmlns:a16="http://schemas.microsoft.com/office/drawing/2014/main" id="{2CA04617-F5F8-4E1D-BA73-88EC99BABD31}"/>
              </a:ext>
            </a:extLst>
          </p:cNvPr>
          <p:cNvCxnSpPr/>
          <p:nvPr/>
        </p:nvCxnSpPr>
        <p:spPr>
          <a:xfrm>
            <a:off x="4770967" y="2491322"/>
            <a:ext cx="1047750" cy="0"/>
          </a:xfrm>
          <a:prstGeom prst="straightConnector1">
            <a:avLst/>
          </a:prstGeom>
          <a:ln w="17145">
            <a:solidFill>
              <a:srgbClr val="888888"/>
            </a:solidFill>
            <a:prstDash val="solid"/>
            <a:tailEnd type="triangle" w="sm" len="sm"/>
          </a:ln>
        </p:spPr>
      </p:cxnSp>
      <p:sp>
        <p:nvSpPr>
          <p:cNvPr id="16" name="A0">
            <a:extLst>
              <a:ext uri="{FF2B5EF4-FFF2-40B4-BE49-F238E27FC236}">
                <a16:creationId xmlns:a16="http://schemas.microsoft.com/office/drawing/2014/main" id="{7114EF98-5BEC-469A-A7B8-EEBBCB7DC77F}"/>
              </a:ext>
            </a:extLst>
          </p:cNvPr>
          <p:cNvSpPr>
            <a:spLocks noGrp="1"/>
          </p:cNvSpPr>
          <p:nvPr/>
        </p:nvSpPr>
        <p:spPr>
          <a:xfrm>
            <a:off x="4961467" y="2157947"/>
            <a:ext cx="666750" cy="266700"/>
          </a:xfrm>
          <a:prstGeom prst="rect">
            <a:avLst/>
          </a:prstGeom>
          <a:noFill/>
          <a:ln w="0">
            <a:noFill/>
          </a:ln>
        </p:spPr>
        <p:txBody>
          <a:bodyPr wrap="square" lIns="0" tIns="0" rIns="0" bIns="0" anchor="t">
            <a:noAutofit/>
          </a:bodyPr>
          <a:lstStyle>
            <a:defPPr algn="ctr">
              <a:defRPr sz="1575" b="0">
                <a:solidFill>
                  <a:srgbClr val="003366"/>
                </a:solidFill>
                <a:latin typeface="Lato"/>
                <a:ea typeface="Lato"/>
                <a:cs typeface="Lato"/>
              </a:defRPr>
            </a:defPPr>
            <a:lvl1pPr algn="ctr">
              <a:buNone/>
              <a:defRPr sz="1575" b="0">
                <a:solidFill>
                  <a:srgbClr val="003366"/>
                </a:solidFill>
                <a:latin typeface="Lato"/>
                <a:ea typeface="Lato"/>
                <a:cs typeface="Lato"/>
              </a:defRPr>
            </a:lvl1pPr>
            <a:lvl2pPr algn="ctr">
              <a:buNone/>
              <a:defRPr sz="1575" b="0">
                <a:solidFill>
                  <a:srgbClr val="003366"/>
                </a:solidFill>
                <a:latin typeface="Lato"/>
                <a:ea typeface="Lato"/>
                <a:cs typeface="Lato"/>
              </a:defRPr>
            </a:lvl2pPr>
            <a:lvl3pPr algn="ctr">
              <a:buNone/>
              <a:defRPr sz="1575" b="0">
                <a:solidFill>
                  <a:srgbClr val="003366"/>
                </a:solidFill>
                <a:latin typeface="Lato"/>
                <a:ea typeface="Lato"/>
                <a:cs typeface="Lato"/>
              </a:defRPr>
            </a:lvl3pPr>
            <a:lvl4pPr algn="ctr">
              <a:buNone/>
              <a:defRPr sz="1575" b="0">
                <a:solidFill>
                  <a:srgbClr val="003366"/>
                </a:solidFill>
                <a:latin typeface="Lato"/>
                <a:ea typeface="Lato"/>
                <a:cs typeface="Lato"/>
              </a:defRPr>
            </a:lvl4pPr>
            <a:lvl5pPr algn="ctr">
              <a:buNone/>
              <a:defRPr sz="1575" b="0">
                <a:solidFill>
                  <a:srgbClr val="003366"/>
                </a:solidFill>
                <a:latin typeface="Lato"/>
                <a:ea typeface="Lato"/>
                <a:cs typeface="Lato"/>
              </a:defRPr>
            </a:lvl5pPr>
            <a:lvl6pPr algn="ctr">
              <a:buNone/>
              <a:defRPr sz="1575" b="0">
                <a:solidFill>
                  <a:srgbClr val="003366"/>
                </a:solidFill>
                <a:latin typeface="Lato"/>
                <a:ea typeface="Lato"/>
                <a:cs typeface="Lato"/>
              </a:defRPr>
            </a:lvl6pPr>
            <a:lvl7pPr algn="ctr">
              <a:buNone/>
              <a:defRPr sz="1575" b="0">
                <a:solidFill>
                  <a:srgbClr val="003366"/>
                </a:solidFill>
                <a:latin typeface="Lato"/>
                <a:ea typeface="Lato"/>
                <a:cs typeface="Lato"/>
              </a:defRPr>
            </a:lvl7pPr>
            <a:lvl8pPr algn="ctr">
              <a:buNone/>
              <a:defRPr sz="1575" b="0">
                <a:solidFill>
                  <a:srgbClr val="003366"/>
                </a:solidFill>
                <a:latin typeface="Lato"/>
                <a:ea typeface="Lato"/>
                <a:cs typeface="Lato"/>
              </a:defRPr>
            </a:lvl8pPr>
            <a:lvl9pPr algn="ctr">
              <a:buNone/>
              <a:defRPr sz="1575" b="0">
                <a:solidFill>
                  <a:srgbClr val="003366"/>
                </a:solidFill>
                <a:latin typeface="Lato"/>
                <a:ea typeface="Lato"/>
                <a:cs typeface="Lato"/>
              </a:defRPr>
            </a:lvl9pPr>
          </a:lstStyle>
          <a:p>
            <a:pPr algn="ctr">
              <a:buNone/>
              <a:defRPr sz="1575" b="0">
                <a:solidFill>
                  <a:srgbClr val="003366"/>
                </a:solidFill>
                <a:latin typeface="Lato"/>
                <a:ea typeface="Lato"/>
                <a:cs typeface="Lato"/>
              </a:defRPr>
            </a:pPr>
            <a:r>
              <a:rPr sz="1575" b="0">
                <a:solidFill>
                  <a:srgbClr val="003366"/>
                </a:solidFill>
                <a:latin typeface="Lato"/>
                <a:ea typeface="Lato"/>
                <a:cs typeface="Lato"/>
              </a:rPr>
              <a:t>A0</a:t>
            </a:r>
          </a:p>
        </p:txBody>
      </p:sp>
      <p:cxnSp>
        <p:nvCxnSpPr>
          <p:cNvPr id="17" name="Diagram connection">
            <a:extLst>
              <a:ext uri="{FF2B5EF4-FFF2-40B4-BE49-F238E27FC236}">
                <a16:creationId xmlns:a16="http://schemas.microsoft.com/office/drawing/2014/main" id="{71A6F647-F869-4412-A22D-662F4D4D2F9F}"/>
              </a:ext>
            </a:extLst>
          </p:cNvPr>
          <p:cNvCxnSpPr/>
          <p:nvPr/>
        </p:nvCxnSpPr>
        <p:spPr>
          <a:xfrm>
            <a:off x="2475442" y="3662897"/>
            <a:ext cx="3343275" cy="0"/>
          </a:xfrm>
          <a:prstGeom prst="straightConnector1">
            <a:avLst/>
          </a:prstGeom>
          <a:ln w="17145">
            <a:solidFill>
              <a:srgbClr val="888888"/>
            </a:solidFill>
            <a:prstDash val="solid"/>
            <a:headEnd type="triangle" w="sm" len="sm"/>
            <a:tailEnd type="triangle" w="sm" len="sm"/>
          </a:ln>
        </p:spPr>
      </p:cxnSp>
      <p:sp>
        <p:nvSpPr>
          <p:cNvPr id="18" name="DATA / 1-Wire">
            <a:extLst>
              <a:ext uri="{FF2B5EF4-FFF2-40B4-BE49-F238E27FC236}">
                <a16:creationId xmlns:a16="http://schemas.microsoft.com/office/drawing/2014/main" id="{24D5EB10-0B35-4631-B10A-83CEDDA79855}"/>
              </a:ext>
            </a:extLst>
          </p:cNvPr>
          <p:cNvSpPr>
            <a:spLocks noGrp="1"/>
          </p:cNvSpPr>
          <p:nvPr/>
        </p:nvSpPr>
        <p:spPr>
          <a:xfrm>
            <a:off x="2827867" y="3253322"/>
            <a:ext cx="2619375" cy="285750"/>
          </a:xfrm>
          <a:prstGeom prst="rect">
            <a:avLst/>
          </a:prstGeom>
          <a:noFill/>
          <a:ln w="0">
            <a:noFill/>
          </a:ln>
        </p:spPr>
        <p:txBody>
          <a:bodyPr wrap="square" lIns="0" tIns="0" rIns="0" bIns="0" anchor="t">
            <a:noAutofit/>
          </a:bodyPr>
          <a:lstStyle>
            <a:defPPr algn="ctr">
              <a:defRPr sz="1725" b="0">
                <a:solidFill>
                  <a:srgbClr val="003366"/>
                </a:solidFill>
                <a:latin typeface="Lato"/>
                <a:ea typeface="Lato"/>
                <a:cs typeface="Lato"/>
              </a:defRPr>
            </a:defPPr>
            <a:lvl1pPr algn="ctr">
              <a:buNone/>
              <a:defRPr sz="1725" b="0">
                <a:solidFill>
                  <a:srgbClr val="003366"/>
                </a:solidFill>
                <a:latin typeface="Lato"/>
                <a:ea typeface="Lato"/>
                <a:cs typeface="Lato"/>
              </a:defRPr>
            </a:lvl1pPr>
            <a:lvl2pPr algn="ctr">
              <a:buNone/>
              <a:defRPr sz="1725" b="0">
                <a:solidFill>
                  <a:srgbClr val="003366"/>
                </a:solidFill>
                <a:latin typeface="Lato"/>
                <a:ea typeface="Lato"/>
                <a:cs typeface="Lato"/>
              </a:defRPr>
            </a:lvl2pPr>
            <a:lvl3pPr algn="ctr">
              <a:buNone/>
              <a:defRPr sz="1725" b="0">
                <a:solidFill>
                  <a:srgbClr val="003366"/>
                </a:solidFill>
                <a:latin typeface="Lato"/>
                <a:ea typeface="Lato"/>
                <a:cs typeface="Lato"/>
              </a:defRPr>
            </a:lvl3pPr>
            <a:lvl4pPr algn="ctr">
              <a:buNone/>
              <a:defRPr sz="1725" b="0">
                <a:solidFill>
                  <a:srgbClr val="003366"/>
                </a:solidFill>
                <a:latin typeface="Lato"/>
                <a:ea typeface="Lato"/>
                <a:cs typeface="Lato"/>
              </a:defRPr>
            </a:lvl4pPr>
            <a:lvl5pPr algn="ctr">
              <a:buNone/>
              <a:defRPr sz="1725" b="0">
                <a:solidFill>
                  <a:srgbClr val="003366"/>
                </a:solidFill>
                <a:latin typeface="Lato"/>
                <a:ea typeface="Lato"/>
                <a:cs typeface="Lato"/>
              </a:defRPr>
            </a:lvl5pPr>
            <a:lvl6pPr algn="ctr">
              <a:buNone/>
              <a:defRPr sz="1725" b="0">
                <a:solidFill>
                  <a:srgbClr val="003366"/>
                </a:solidFill>
                <a:latin typeface="Lato"/>
                <a:ea typeface="Lato"/>
                <a:cs typeface="Lato"/>
              </a:defRPr>
            </a:lvl6pPr>
            <a:lvl7pPr algn="ctr">
              <a:buNone/>
              <a:defRPr sz="1725" b="0">
                <a:solidFill>
                  <a:srgbClr val="003366"/>
                </a:solidFill>
                <a:latin typeface="Lato"/>
                <a:ea typeface="Lato"/>
                <a:cs typeface="Lato"/>
              </a:defRPr>
            </a:lvl7pPr>
            <a:lvl8pPr algn="ctr">
              <a:buNone/>
              <a:defRPr sz="1725" b="0">
                <a:solidFill>
                  <a:srgbClr val="003366"/>
                </a:solidFill>
                <a:latin typeface="Lato"/>
                <a:ea typeface="Lato"/>
                <a:cs typeface="Lato"/>
              </a:defRPr>
            </a:lvl8pPr>
            <a:lvl9pPr algn="ctr">
              <a:buNone/>
              <a:defRPr sz="1725" b="0">
                <a:solidFill>
                  <a:srgbClr val="003366"/>
                </a:solidFill>
                <a:latin typeface="Lato"/>
                <a:ea typeface="Lato"/>
                <a:cs typeface="Lato"/>
              </a:defRPr>
            </a:lvl9pPr>
          </a:lstStyle>
          <a:p>
            <a:pPr algn="ctr">
              <a:buNone/>
              <a:defRPr sz="1725" b="0">
                <a:solidFill>
                  <a:srgbClr val="003366"/>
                </a:solidFill>
                <a:latin typeface="Lato"/>
                <a:ea typeface="Lato"/>
                <a:cs typeface="Lato"/>
              </a:defRPr>
            </a:pPr>
            <a:r>
              <a:rPr sz="1725" b="0" dirty="0">
                <a:solidFill>
                  <a:srgbClr val="003366"/>
                </a:solidFill>
                <a:latin typeface="Lato"/>
                <a:ea typeface="Lato"/>
                <a:cs typeface="Lato"/>
              </a:rPr>
              <a:t>DATA / 1-Wire</a:t>
            </a:r>
          </a:p>
        </p:txBody>
      </p:sp>
      <p:sp>
        <p:nvSpPr>
          <p:cNvPr id="19" name="4,7 kΩ kéo DATA lên 3,3 V">
            <a:extLst>
              <a:ext uri="{FF2B5EF4-FFF2-40B4-BE49-F238E27FC236}">
                <a16:creationId xmlns:a16="http://schemas.microsoft.com/office/drawing/2014/main" id="{392BCCAC-BBB3-4126-9C01-DE9D5E3FEE84}"/>
              </a:ext>
            </a:extLst>
          </p:cNvPr>
          <p:cNvSpPr>
            <a:spLocks noGrp="1"/>
          </p:cNvSpPr>
          <p:nvPr/>
        </p:nvSpPr>
        <p:spPr>
          <a:xfrm>
            <a:off x="2675467" y="3824822"/>
            <a:ext cx="2952750" cy="304800"/>
          </a:xfrm>
          <a:prstGeom prst="rect">
            <a:avLst/>
          </a:prstGeom>
          <a:noFill/>
          <a:ln w="0">
            <a:noFill/>
          </a:ln>
        </p:spPr>
        <p:txBody>
          <a:bodyPr wrap="square" lIns="0" tIns="0" rIns="0" bIns="0" anchor="t">
            <a:noAutofit/>
          </a:bodyPr>
          <a:lstStyle>
            <a:defPPr algn="ctr">
              <a:defRPr sz="1575" b="0">
                <a:solidFill>
                  <a:srgbClr val="003366"/>
                </a:solidFill>
                <a:latin typeface="Lato"/>
                <a:ea typeface="Lato"/>
                <a:cs typeface="Lato"/>
              </a:defRPr>
            </a:defPPr>
            <a:lvl1pPr algn="ctr">
              <a:buNone/>
              <a:defRPr sz="1575" b="0">
                <a:solidFill>
                  <a:srgbClr val="003366"/>
                </a:solidFill>
                <a:latin typeface="Lato"/>
                <a:ea typeface="Lato"/>
                <a:cs typeface="Lato"/>
              </a:defRPr>
            </a:lvl1pPr>
            <a:lvl2pPr algn="ctr">
              <a:buNone/>
              <a:defRPr sz="1575" b="0">
                <a:solidFill>
                  <a:srgbClr val="003366"/>
                </a:solidFill>
                <a:latin typeface="Lato"/>
                <a:ea typeface="Lato"/>
                <a:cs typeface="Lato"/>
              </a:defRPr>
            </a:lvl2pPr>
            <a:lvl3pPr algn="ctr">
              <a:buNone/>
              <a:defRPr sz="1575" b="0">
                <a:solidFill>
                  <a:srgbClr val="003366"/>
                </a:solidFill>
                <a:latin typeface="Lato"/>
                <a:ea typeface="Lato"/>
                <a:cs typeface="Lato"/>
              </a:defRPr>
            </a:lvl3pPr>
            <a:lvl4pPr algn="ctr">
              <a:buNone/>
              <a:defRPr sz="1575" b="0">
                <a:solidFill>
                  <a:srgbClr val="003366"/>
                </a:solidFill>
                <a:latin typeface="Lato"/>
                <a:ea typeface="Lato"/>
                <a:cs typeface="Lato"/>
              </a:defRPr>
            </a:lvl4pPr>
            <a:lvl5pPr algn="ctr">
              <a:buNone/>
              <a:defRPr sz="1575" b="0">
                <a:solidFill>
                  <a:srgbClr val="003366"/>
                </a:solidFill>
                <a:latin typeface="Lato"/>
                <a:ea typeface="Lato"/>
                <a:cs typeface="Lato"/>
              </a:defRPr>
            </a:lvl5pPr>
            <a:lvl6pPr algn="ctr">
              <a:buNone/>
              <a:defRPr sz="1575" b="0">
                <a:solidFill>
                  <a:srgbClr val="003366"/>
                </a:solidFill>
                <a:latin typeface="Lato"/>
                <a:ea typeface="Lato"/>
                <a:cs typeface="Lato"/>
              </a:defRPr>
            </a:lvl6pPr>
            <a:lvl7pPr algn="ctr">
              <a:buNone/>
              <a:defRPr sz="1575" b="0">
                <a:solidFill>
                  <a:srgbClr val="003366"/>
                </a:solidFill>
                <a:latin typeface="Lato"/>
                <a:ea typeface="Lato"/>
                <a:cs typeface="Lato"/>
              </a:defRPr>
            </a:lvl7pPr>
            <a:lvl8pPr algn="ctr">
              <a:buNone/>
              <a:defRPr sz="1575" b="0">
                <a:solidFill>
                  <a:srgbClr val="003366"/>
                </a:solidFill>
                <a:latin typeface="Lato"/>
                <a:ea typeface="Lato"/>
                <a:cs typeface="Lato"/>
              </a:defRPr>
            </a:lvl8pPr>
            <a:lvl9pPr algn="ctr">
              <a:buNone/>
              <a:defRPr sz="1575" b="0">
                <a:solidFill>
                  <a:srgbClr val="003366"/>
                </a:solidFill>
                <a:latin typeface="Lato"/>
                <a:ea typeface="Lato"/>
                <a:cs typeface="Lato"/>
              </a:defRPr>
            </a:lvl9pPr>
          </a:lstStyle>
          <a:p>
            <a:pPr algn="ctr">
              <a:buNone/>
              <a:defRPr sz="1575" b="0">
                <a:solidFill>
                  <a:srgbClr val="003366"/>
                </a:solidFill>
                <a:latin typeface="Lato"/>
                <a:ea typeface="Lato"/>
                <a:cs typeface="Lato"/>
              </a:defRPr>
            </a:pPr>
            <a:r>
              <a:rPr sz="1575" b="0" dirty="0">
                <a:solidFill>
                  <a:srgbClr val="003366"/>
                </a:solidFill>
                <a:latin typeface="Lato"/>
                <a:ea typeface="Lato"/>
                <a:cs typeface="Lato"/>
              </a:rPr>
              <a:t>4,7 </a:t>
            </a:r>
            <a:r>
              <a:rPr sz="1575" b="0" dirty="0" err="1">
                <a:solidFill>
                  <a:srgbClr val="003366"/>
                </a:solidFill>
                <a:latin typeface="Lato"/>
                <a:ea typeface="Lato"/>
                <a:cs typeface="Lato"/>
              </a:rPr>
              <a:t>kΩ</a:t>
            </a:r>
            <a:r>
              <a:rPr sz="1575" b="0" dirty="0">
                <a:solidFill>
                  <a:srgbClr val="003366"/>
                </a:solidFill>
                <a:latin typeface="Lato"/>
                <a:ea typeface="Lato"/>
                <a:cs typeface="Lato"/>
              </a:rPr>
              <a:t> </a:t>
            </a:r>
            <a:r>
              <a:rPr sz="1575" b="0" dirty="0" err="1">
                <a:solidFill>
                  <a:srgbClr val="003366"/>
                </a:solidFill>
                <a:latin typeface="Lato"/>
                <a:ea typeface="Lato"/>
                <a:cs typeface="Lato"/>
              </a:rPr>
              <a:t>kéo</a:t>
            </a:r>
            <a:r>
              <a:rPr sz="1575" b="0" dirty="0">
                <a:solidFill>
                  <a:srgbClr val="003366"/>
                </a:solidFill>
                <a:latin typeface="Lato"/>
                <a:ea typeface="Lato"/>
                <a:cs typeface="Lato"/>
              </a:rPr>
              <a:t> DATA </a:t>
            </a:r>
            <a:r>
              <a:rPr sz="1575" b="0" dirty="0" err="1">
                <a:solidFill>
                  <a:srgbClr val="003366"/>
                </a:solidFill>
                <a:latin typeface="Lato"/>
                <a:ea typeface="Lato"/>
                <a:cs typeface="Lato"/>
              </a:rPr>
              <a:t>lên</a:t>
            </a:r>
            <a:r>
              <a:rPr sz="1575" b="0" dirty="0">
                <a:solidFill>
                  <a:srgbClr val="003366"/>
                </a:solidFill>
                <a:latin typeface="Lato"/>
                <a:ea typeface="Lato"/>
                <a:cs typeface="Lato"/>
              </a:rPr>
              <a:t> 3,3 V</a:t>
            </a:r>
          </a:p>
        </p:txBody>
      </p:sp>
      <p:cxnSp>
        <p:nvCxnSpPr>
          <p:cNvPr id="20" name="Diagram connection">
            <a:extLst>
              <a:ext uri="{FF2B5EF4-FFF2-40B4-BE49-F238E27FC236}">
                <a16:creationId xmlns:a16="http://schemas.microsoft.com/office/drawing/2014/main" id="{7A59F14B-F60E-4352-A780-E68466B4E525}"/>
              </a:ext>
            </a:extLst>
          </p:cNvPr>
          <p:cNvCxnSpPr/>
          <p:nvPr/>
        </p:nvCxnSpPr>
        <p:spPr>
          <a:xfrm>
            <a:off x="2475442" y="4824947"/>
            <a:ext cx="3343275" cy="0"/>
          </a:xfrm>
          <a:prstGeom prst="straightConnector1">
            <a:avLst/>
          </a:prstGeom>
          <a:ln w="17145">
            <a:solidFill>
              <a:srgbClr val="888888"/>
            </a:solidFill>
            <a:prstDash val="solid"/>
            <a:tailEnd type="triangle" w="sm" len="sm"/>
          </a:ln>
        </p:spPr>
      </p:cxnSp>
      <p:sp>
        <p:nvSpPr>
          <p:cNvPr id="21" name="DO">
            <a:extLst>
              <a:ext uri="{FF2B5EF4-FFF2-40B4-BE49-F238E27FC236}">
                <a16:creationId xmlns:a16="http://schemas.microsoft.com/office/drawing/2014/main" id="{7807E035-7A6B-49B5-9944-ADEBFD6F6488}"/>
              </a:ext>
            </a:extLst>
          </p:cNvPr>
          <p:cNvSpPr>
            <a:spLocks noGrp="1"/>
          </p:cNvSpPr>
          <p:nvPr/>
        </p:nvSpPr>
        <p:spPr>
          <a:xfrm>
            <a:off x="3532717" y="4443947"/>
            <a:ext cx="1238250" cy="285750"/>
          </a:xfrm>
          <a:prstGeom prst="rect">
            <a:avLst/>
          </a:prstGeom>
          <a:noFill/>
          <a:ln w="0">
            <a:noFill/>
          </a:ln>
        </p:spPr>
        <p:txBody>
          <a:bodyPr wrap="square" lIns="0" tIns="0" rIns="0" bIns="0" anchor="t">
            <a:noAutofit/>
          </a:bodyPr>
          <a:lstStyle>
            <a:defPPr algn="ctr">
              <a:defRPr sz="1800" b="0">
                <a:solidFill>
                  <a:srgbClr val="003366"/>
                </a:solidFill>
                <a:latin typeface="Lato"/>
                <a:ea typeface="Lato"/>
                <a:cs typeface="Lato"/>
              </a:defRPr>
            </a:defPPr>
            <a:lvl1pPr algn="ctr">
              <a:buNone/>
              <a:defRPr sz="1800" b="0">
                <a:solidFill>
                  <a:srgbClr val="003366"/>
                </a:solidFill>
                <a:latin typeface="Lato"/>
                <a:ea typeface="Lato"/>
                <a:cs typeface="Lato"/>
              </a:defRPr>
            </a:lvl1pPr>
            <a:lvl2pPr algn="ctr">
              <a:buNone/>
              <a:defRPr sz="1800" b="0">
                <a:solidFill>
                  <a:srgbClr val="003366"/>
                </a:solidFill>
                <a:latin typeface="Lato"/>
                <a:ea typeface="Lato"/>
                <a:cs typeface="Lato"/>
              </a:defRPr>
            </a:lvl2pPr>
            <a:lvl3pPr algn="ctr">
              <a:buNone/>
              <a:defRPr sz="1800" b="0">
                <a:solidFill>
                  <a:srgbClr val="003366"/>
                </a:solidFill>
                <a:latin typeface="Lato"/>
                <a:ea typeface="Lato"/>
                <a:cs typeface="Lato"/>
              </a:defRPr>
            </a:lvl3pPr>
            <a:lvl4pPr algn="ctr">
              <a:buNone/>
              <a:defRPr sz="1800" b="0">
                <a:solidFill>
                  <a:srgbClr val="003366"/>
                </a:solidFill>
                <a:latin typeface="Lato"/>
                <a:ea typeface="Lato"/>
                <a:cs typeface="Lato"/>
              </a:defRPr>
            </a:lvl4pPr>
            <a:lvl5pPr algn="ctr">
              <a:buNone/>
              <a:defRPr sz="1800" b="0">
                <a:solidFill>
                  <a:srgbClr val="003366"/>
                </a:solidFill>
                <a:latin typeface="Lato"/>
                <a:ea typeface="Lato"/>
                <a:cs typeface="Lato"/>
              </a:defRPr>
            </a:lvl5pPr>
            <a:lvl6pPr algn="ctr">
              <a:buNone/>
              <a:defRPr sz="1800" b="0">
                <a:solidFill>
                  <a:srgbClr val="003366"/>
                </a:solidFill>
                <a:latin typeface="Lato"/>
                <a:ea typeface="Lato"/>
                <a:cs typeface="Lato"/>
              </a:defRPr>
            </a:lvl6pPr>
            <a:lvl7pPr algn="ctr">
              <a:buNone/>
              <a:defRPr sz="1800" b="0">
                <a:solidFill>
                  <a:srgbClr val="003366"/>
                </a:solidFill>
                <a:latin typeface="Lato"/>
                <a:ea typeface="Lato"/>
                <a:cs typeface="Lato"/>
              </a:defRPr>
            </a:lvl7pPr>
            <a:lvl8pPr algn="ctr">
              <a:buNone/>
              <a:defRPr sz="1800" b="0">
                <a:solidFill>
                  <a:srgbClr val="003366"/>
                </a:solidFill>
                <a:latin typeface="Lato"/>
                <a:ea typeface="Lato"/>
                <a:cs typeface="Lato"/>
              </a:defRPr>
            </a:lvl8pPr>
            <a:lvl9pPr algn="ctr">
              <a:buNone/>
              <a:defRPr sz="1800" b="0">
                <a:solidFill>
                  <a:srgbClr val="003366"/>
                </a:solidFill>
                <a:latin typeface="Lato"/>
                <a:ea typeface="Lato"/>
                <a:cs typeface="Lato"/>
              </a:defRPr>
            </a:lvl9pPr>
          </a:lstStyle>
          <a:p>
            <a:pPr algn="ctr">
              <a:buNone/>
              <a:defRPr sz="1800" b="0">
                <a:solidFill>
                  <a:srgbClr val="003366"/>
                </a:solidFill>
                <a:latin typeface="Lato"/>
                <a:ea typeface="Lato"/>
                <a:cs typeface="Lato"/>
              </a:defRPr>
            </a:pPr>
            <a:r>
              <a:rPr sz="1800" b="0" dirty="0">
                <a:solidFill>
                  <a:srgbClr val="003366"/>
                </a:solidFill>
                <a:latin typeface="Lato"/>
                <a:ea typeface="Lato"/>
                <a:cs typeface="Lato"/>
              </a:rPr>
              <a:t>DO</a:t>
            </a:r>
          </a:p>
        </p:txBody>
      </p:sp>
      <p:cxnSp>
        <p:nvCxnSpPr>
          <p:cNvPr id="22" name="Diagram connection">
            <a:extLst>
              <a:ext uri="{FF2B5EF4-FFF2-40B4-BE49-F238E27FC236}">
                <a16:creationId xmlns:a16="http://schemas.microsoft.com/office/drawing/2014/main" id="{B854C49F-0FD4-46D6-B6D4-608CBBB46036}"/>
              </a:ext>
            </a:extLst>
          </p:cNvPr>
          <p:cNvCxnSpPr/>
          <p:nvPr/>
        </p:nvCxnSpPr>
        <p:spPr>
          <a:xfrm>
            <a:off x="8009467" y="2824697"/>
            <a:ext cx="1476375" cy="0"/>
          </a:xfrm>
          <a:prstGeom prst="straightConnector1">
            <a:avLst/>
          </a:prstGeom>
          <a:ln w="17145">
            <a:solidFill>
              <a:srgbClr val="888888"/>
            </a:solidFill>
            <a:prstDash val="solid"/>
            <a:tailEnd type="triangle" w="sm" len="sm"/>
          </a:ln>
        </p:spPr>
      </p:cxnSp>
      <p:sp>
        <p:nvSpPr>
          <p:cNvPr id="23" name="R / G / B">
            <a:extLst>
              <a:ext uri="{FF2B5EF4-FFF2-40B4-BE49-F238E27FC236}">
                <a16:creationId xmlns:a16="http://schemas.microsoft.com/office/drawing/2014/main" id="{4FC413C3-0E36-458E-81A0-4F4C7F4D27D1}"/>
              </a:ext>
            </a:extLst>
          </p:cNvPr>
          <p:cNvSpPr>
            <a:spLocks noGrp="1"/>
          </p:cNvSpPr>
          <p:nvPr/>
        </p:nvSpPr>
        <p:spPr>
          <a:xfrm>
            <a:off x="8104717" y="2434172"/>
            <a:ext cx="1285875" cy="304800"/>
          </a:xfrm>
          <a:prstGeom prst="rect">
            <a:avLst/>
          </a:prstGeom>
          <a:noFill/>
          <a:ln w="0">
            <a:noFill/>
          </a:ln>
        </p:spPr>
        <p:txBody>
          <a:bodyPr wrap="square" lIns="0" tIns="0" rIns="0" bIns="0" anchor="t">
            <a:noAutofit/>
          </a:bodyPr>
          <a:lstStyle>
            <a:defPPr algn="ctr">
              <a:defRPr sz="1650" b="0">
                <a:solidFill>
                  <a:srgbClr val="003366"/>
                </a:solidFill>
                <a:latin typeface="Lato"/>
                <a:ea typeface="Lato"/>
                <a:cs typeface="Lato"/>
              </a:defRPr>
            </a:defPPr>
            <a:lvl1pPr algn="ctr">
              <a:buNone/>
              <a:defRPr sz="1650" b="0">
                <a:solidFill>
                  <a:srgbClr val="003366"/>
                </a:solidFill>
                <a:latin typeface="Lato"/>
                <a:ea typeface="Lato"/>
                <a:cs typeface="Lato"/>
              </a:defRPr>
            </a:lvl1pPr>
            <a:lvl2pPr algn="ctr">
              <a:buNone/>
              <a:defRPr sz="1650" b="0">
                <a:solidFill>
                  <a:srgbClr val="003366"/>
                </a:solidFill>
                <a:latin typeface="Lato"/>
                <a:ea typeface="Lato"/>
                <a:cs typeface="Lato"/>
              </a:defRPr>
            </a:lvl2pPr>
            <a:lvl3pPr algn="ctr">
              <a:buNone/>
              <a:defRPr sz="1650" b="0">
                <a:solidFill>
                  <a:srgbClr val="003366"/>
                </a:solidFill>
                <a:latin typeface="Lato"/>
                <a:ea typeface="Lato"/>
                <a:cs typeface="Lato"/>
              </a:defRPr>
            </a:lvl3pPr>
            <a:lvl4pPr algn="ctr">
              <a:buNone/>
              <a:defRPr sz="1650" b="0">
                <a:solidFill>
                  <a:srgbClr val="003366"/>
                </a:solidFill>
                <a:latin typeface="Lato"/>
                <a:ea typeface="Lato"/>
                <a:cs typeface="Lato"/>
              </a:defRPr>
            </a:lvl4pPr>
            <a:lvl5pPr algn="ctr">
              <a:buNone/>
              <a:defRPr sz="1650" b="0">
                <a:solidFill>
                  <a:srgbClr val="003366"/>
                </a:solidFill>
                <a:latin typeface="Lato"/>
                <a:ea typeface="Lato"/>
                <a:cs typeface="Lato"/>
              </a:defRPr>
            </a:lvl5pPr>
            <a:lvl6pPr algn="ctr">
              <a:buNone/>
              <a:defRPr sz="1650" b="0">
                <a:solidFill>
                  <a:srgbClr val="003366"/>
                </a:solidFill>
                <a:latin typeface="Lato"/>
                <a:ea typeface="Lato"/>
                <a:cs typeface="Lato"/>
              </a:defRPr>
            </a:lvl6pPr>
            <a:lvl7pPr algn="ctr">
              <a:buNone/>
              <a:defRPr sz="1650" b="0">
                <a:solidFill>
                  <a:srgbClr val="003366"/>
                </a:solidFill>
                <a:latin typeface="Lato"/>
                <a:ea typeface="Lato"/>
                <a:cs typeface="Lato"/>
              </a:defRPr>
            </a:lvl7pPr>
            <a:lvl8pPr algn="ctr">
              <a:buNone/>
              <a:defRPr sz="1650" b="0">
                <a:solidFill>
                  <a:srgbClr val="003366"/>
                </a:solidFill>
                <a:latin typeface="Lato"/>
                <a:ea typeface="Lato"/>
                <a:cs typeface="Lato"/>
              </a:defRPr>
            </a:lvl8pPr>
            <a:lvl9pPr algn="ctr">
              <a:buNone/>
              <a:defRPr sz="1650" b="0">
                <a:solidFill>
                  <a:srgbClr val="003366"/>
                </a:solidFill>
                <a:latin typeface="Lato"/>
                <a:ea typeface="Lato"/>
                <a:cs typeface="Lato"/>
              </a:defRPr>
            </a:lvl9pPr>
          </a:lstStyle>
          <a:p>
            <a:pPr algn="ctr">
              <a:buNone/>
              <a:defRPr sz="1650" b="0">
                <a:solidFill>
                  <a:srgbClr val="003366"/>
                </a:solidFill>
                <a:latin typeface="Lato"/>
                <a:ea typeface="Lato"/>
                <a:cs typeface="Lato"/>
              </a:defRPr>
            </a:pPr>
            <a:r>
              <a:rPr sz="1650" b="0" dirty="0">
                <a:solidFill>
                  <a:srgbClr val="003366"/>
                </a:solidFill>
                <a:latin typeface="Lato"/>
                <a:ea typeface="Lato"/>
                <a:cs typeface="Lato"/>
              </a:rPr>
              <a:t>R / G / B</a:t>
            </a:r>
          </a:p>
        </p:txBody>
      </p:sp>
      <p:cxnSp>
        <p:nvCxnSpPr>
          <p:cNvPr id="24" name="Diagram connection">
            <a:extLst>
              <a:ext uri="{FF2B5EF4-FFF2-40B4-BE49-F238E27FC236}">
                <a16:creationId xmlns:a16="http://schemas.microsoft.com/office/drawing/2014/main" id="{18239F9D-DCD7-48C6-A02B-0AAF5C119A2F}"/>
              </a:ext>
            </a:extLst>
          </p:cNvPr>
          <p:cNvCxnSpPr/>
          <p:nvPr/>
        </p:nvCxnSpPr>
        <p:spPr>
          <a:xfrm>
            <a:off x="8009467" y="4624922"/>
            <a:ext cx="1476375" cy="0"/>
          </a:xfrm>
          <a:prstGeom prst="straightConnector1">
            <a:avLst/>
          </a:prstGeom>
          <a:ln w="17145">
            <a:solidFill>
              <a:srgbClr val="888888"/>
            </a:solidFill>
            <a:prstDash val="solid"/>
            <a:tailEnd type="triangle" w="sm" len="sm"/>
          </a:ln>
        </p:spPr>
      </p:cxnSp>
      <p:sp>
        <p:nvSpPr>
          <p:cNvPr id="25" name="Điều khiển">
            <a:extLst>
              <a:ext uri="{FF2B5EF4-FFF2-40B4-BE49-F238E27FC236}">
                <a16:creationId xmlns:a16="http://schemas.microsoft.com/office/drawing/2014/main" id="{7C636E33-8926-45BD-B769-72049DD1793B}"/>
              </a:ext>
            </a:extLst>
          </p:cNvPr>
          <p:cNvSpPr>
            <a:spLocks noGrp="1"/>
          </p:cNvSpPr>
          <p:nvPr/>
        </p:nvSpPr>
        <p:spPr>
          <a:xfrm>
            <a:off x="8057092" y="4234397"/>
            <a:ext cx="1381125" cy="304800"/>
          </a:xfrm>
          <a:prstGeom prst="rect">
            <a:avLst/>
          </a:prstGeom>
          <a:noFill/>
          <a:ln w="0">
            <a:noFill/>
          </a:ln>
        </p:spPr>
        <p:txBody>
          <a:bodyPr wrap="square" lIns="0" tIns="0" rIns="0" bIns="0" anchor="t">
            <a:noAutofit/>
          </a:bodyPr>
          <a:lstStyle>
            <a:defPPr algn="ctr">
              <a:defRPr sz="1650" b="0">
                <a:solidFill>
                  <a:srgbClr val="003366"/>
                </a:solidFill>
                <a:latin typeface="Lato"/>
                <a:ea typeface="Lato"/>
                <a:cs typeface="Lato"/>
              </a:defRPr>
            </a:defPPr>
            <a:lvl1pPr algn="ctr">
              <a:buNone/>
              <a:defRPr sz="1650" b="0">
                <a:solidFill>
                  <a:srgbClr val="003366"/>
                </a:solidFill>
                <a:latin typeface="Lato"/>
                <a:ea typeface="Lato"/>
                <a:cs typeface="Lato"/>
              </a:defRPr>
            </a:lvl1pPr>
            <a:lvl2pPr algn="ctr">
              <a:buNone/>
              <a:defRPr sz="1650" b="0">
                <a:solidFill>
                  <a:srgbClr val="003366"/>
                </a:solidFill>
                <a:latin typeface="Lato"/>
                <a:ea typeface="Lato"/>
                <a:cs typeface="Lato"/>
              </a:defRPr>
            </a:lvl2pPr>
            <a:lvl3pPr algn="ctr">
              <a:buNone/>
              <a:defRPr sz="1650" b="0">
                <a:solidFill>
                  <a:srgbClr val="003366"/>
                </a:solidFill>
                <a:latin typeface="Lato"/>
                <a:ea typeface="Lato"/>
                <a:cs typeface="Lato"/>
              </a:defRPr>
            </a:lvl3pPr>
            <a:lvl4pPr algn="ctr">
              <a:buNone/>
              <a:defRPr sz="1650" b="0">
                <a:solidFill>
                  <a:srgbClr val="003366"/>
                </a:solidFill>
                <a:latin typeface="Lato"/>
                <a:ea typeface="Lato"/>
                <a:cs typeface="Lato"/>
              </a:defRPr>
            </a:lvl4pPr>
            <a:lvl5pPr algn="ctr">
              <a:buNone/>
              <a:defRPr sz="1650" b="0">
                <a:solidFill>
                  <a:srgbClr val="003366"/>
                </a:solidFill>
                <a:latin typeface="Lato"/>
                <a:ea typeface="Lato"/>
                <a:cs typeface="Lato"/>
              </a:defRPr>
            </a:lvl5pPr>
            <a:lvl6pPr algn="ctr">
              <a:buNone/>
              <a:defRPr sz="1650" b="0">
                <a:solidFill>
                  <a:srgbClr val="003366"/>
                </a:solidFill>
                <a:latin typeface="Lato"/>
                <a:ea typeface="Lato"/>
                <a:cs typeface="Lato"/>
              </a:defRPr>
            </a:lvl6pPr>
            <a:lvl7pPr algn="ctr">
              <a:buNone/>
              <a:defRPr sz="1650" b="0">
                <a:solidFill>
                  <a:srgbClr val="003366"/>
                </a:solidFill>
                <a:latin typeface="Lato"/>
                <a:ea typeface="Lato"/>
                <a:cs typeface="Lato"/>
              </a:defRPr>
            </a:lvl7pPr>
            <a:lvl8pPr algn="ctr">
              <a:buNone/>
              <a:defRPr sz="1650" b="0">
                <a:solidFill>
                  <a:srgbClr val="003366"/>
                </a:solidFill>
                <a:latin typeface="Lato"/>
                <a:ea typeface="Lato"/>
                <a:cs typeface="Lato"/>
              </a:defRPr>
            </a:lvl8pPr>
            <a:lvl9pPr algn="ctr">
              <a:buNone/>
              <a:defRPr sz="1650" b="0">
                <a:solidFill>
                  <a:srgbClr val="003366"/>
                </a:solidFill>
                <a:latin typeface="Lato"/>
                <a:ea typeface="Lato"/>
                <a:cs typeface="Lato"/>
              </a:defRPr>
            </a:lvl9pPr>
          </a:lstStyle>
          <a:p>
            <a:pPr algn="ctr">
              <a:buNone/>
              <a:defRPr sz="1650" b="0">
                <a:solidFill>
                  <a:srgbClr val="003366"/>
                </a:solidFill>
                <a:latin typeface="Lato"/>
                <a:ea typeface="Lato"/>
                <a:cs typeface="Lato"/>
              </a:defRPr>
            </a:pPr>
            <a:r>
              <a:rPr sz="1650" b="0" dirty="0" err="1">
                <a:solidFill>
                  <a:srgbClr val="003366"/>
                </a:solidFill>
                <a:latin typeface="Lato"/>
                <a:ea typeface="Lato"/>
                <a:cs typeface="Lato"/>
              </a:rPr>
              <a:t>Điều</a:t>
            </a:r>
            <a:r>
              <a:rPr sz="1650" b="0" dirty="0">
                <a:solidFill>
                  <a:srgbClr val="003366"/>
                </a:solidFill>
                <a:latin typeface="Lato"/>
                <a:ea typeface="Lato"/>
                <a:cs typeface="Lato"/>
              </a:rPr>
              <a:t> </a:t>
            </a:r>
            <a:r>
              <a:rPr sz="1650" b="0" dirty="0" err="1">
                <a:solidFill>
                  <a:srgbClr val="003366"/>
                </a:solidFill>
                <a:latin typeface="Lato"/>
                <a:ea typeface="Lato"/>
                <a:cs typeface="Lato"/>
              </a:rPr>
              <a:t>khiển</a:t>
            </a:r>
            <a:endParaRPr sz="1650" b="0" dirty="0">
              <a:solidFill>
                <a:srgbClr val="003366"/>
              </a:solidFill>
              <a:latin typeface="Lato"/>
              <a:ea typeface="Lato"/>
              <a:cs typeface="Lato"/>
            </a:endParaRPr>
          </a:p>
        </p:txBody>
      </p:sp>
      <p:pic>
        <p:nvPicPr>
          <p:cNvPr id="30" name="Picture 29">
            <a:extLst>
              <a:ext uri="{FF2B5EF4-FFF2-40B4-BE49-F238E27FC236}">
                <a16:creationId xmlns:a16="http://schemas.microsoft.com/office/drawing/2014/main" id="{FF477037-7439-416A-B0E3-3B9D980BAB50}"/>
              </a:ext>
            </a:extLst>
          </p:cNvPr>
          <p:cNvPicPr>
            <a:picLocks noChangeAspect="1"/>
          </p:cNvPicPr>
          <p:nvPr/>
        </p:nvPicPr>
        <p:blipFill>
          <a:blip r:embed="rId3"/>
          <a:srcRect l="5" r="5"/>
          <a:stretch>
            <a:fillRect/>
          </a:stretch>
        </p:blipFill>
        <p:spPr>
          <a:xfrm>
            <a:off x="304800" y="6229350"/>
            <a:ext cx="2971800" cy="344329"/>
          </a:xfrm>
          <a:prstGeom prst="rect">
            <a:avLst/>
          </a:prstGeom>
        </p:spPr>
      </p:pic>
      <p:cxnSp>
        <p:nvCxnSpPr>
          <p:cNvPr id="31" name="Đường chân trang theo mẫu">
            <a:extLst>
              <a:ext uri="{FF2B5EF4-FFF2-40B4-BE49-F238E27FC236}">
                <a16:creationId xmlns:a16="http://schemas.microsoft.com/office/drawing/2014/main" id="{F410B6BD-3CB0-4880-903A-D28EE79B4353}"/>
              </a:ext>
            </a:extLst>
          </p:cNvPr>
          <p:cNvCxnSpPr/>
          <p:nvPr/>
        </p:nvCxnSpPr>
        <p:spPr>
          <a:xfrm>
            <a:off x="3619500" y="6391275"/>
            <a:ext cx="8258175" cy="0"/>
          </a:xfrm>
          <a:prstGeom prst="straightConnector1">
            <a:avLst/>
          </a:prstGeom>
          <a:ln w="11906">
            <a:solidFill>
              <a:srgbClr val="C00000"/>
            </a:solidFill>
          </a:ln>
        </p:spPr>
      </p:cxnSp>
      <p:sp>
        <p:nvSpPr>
          <p:cNvPr id="32" name="5">
            <a:extLst>
              <a:ext uri="{FF2B5EF4-FFF2-40B4-BE49-F238E27FC236}">
                <a16:creationId xmlns:a16="http://schemas.microsoft.com/office/drawing/2014/main" id="{2B1B61B4-9B9B-44B4-8CB8-57511DDE16B8}"/>
              </a:ext>
            </a:extLst>
          </p:cNvPr>
          <p:cNvSpPr>
            <a:spLocks noGrp="1"/>
          </p:cNvSpPr>
          <p:nvPr/>
        </p:nvSpPr>
        <p:spPr>
          <a:xfrm>
            <a:off x="11144250" y="6515100"/>
            <a:ext cx="666750" cy="247650"/>
          </a:xfrm>
          <a:prstGeom prst="rect">
            <a:avLst/>
          </a:prstGeom>
          <a:noFill/>
          <a:ln w="0">
            <a:noFill/>
          </a:ln>
        </p:spPr>
        <p:txBody>
          <a:bodyPr wrap="square" lIns="0" tIns="0" rIns="0" bIns="0" anchor="t">
            <a:noAutofit/>
          </a:bodyPr>
          <a:lstStyle>
            <a:defPPr algn="r">
              <a:defRPr sz="1200" b="0">
                <a:solidFill>
                  <a:srgbClr val="C00000"/>
                </a:solidFill>
                <a:latin typeface="Lato"/>
                <a:ea typeface="Lato"/>
                <a:cs typeface="Lato"/>
              </a:defRPr>
            </a:defPPr>
            <a:lvl1pPr algn="r">
              <a:buNone/>
              <a:defRPr sz="1200" b="0">
                <a:solidFill>
                  <a:srgbClr val="C00000"/>
                </a:solidFill>
                <a:latin typeface="Lato"/>
                <a:ea typeface="Lato"/>
                <a:cs typeface="Lato"/>
              </a:defRPr>
            </a:lvl1pPr>
            <a:lvl2pPr algn="r">
              <a:buNone/>
              <a:defRPr sz="1200" b="0">
                <a:solidFill>
                  <a:srgbClr val="C00000"/>
                </a:solidFill>
                <a:latin typeface="Lato"/>
                <a:ea typeface="Lato"/>
                <a:cs typeface="Lato"/>
              </a:defRPr>
            </a:lvl2pPr>
            <a:lvl3pPr algn="r">
              <a:buNone/>
              <a:defRPr sz="1200" b="0">
                <a:solidFill>
                  <a:srgbClr val="C00000"/>
                </a:solidFill>
                <a:latin typeface="Lato"/>
                <a:ea typeface="Lato"/>
                <a:cs typeface="Lato"/>
              </a:defRPr>
            </a:lvl3pPr>
            <a:lvl4pPr algn="r">
              <a:buNone/>
              <a:defRPr sz="1200" b="0">
                <a:solidFill>
                  <a:srgbClr val="C00000"/>
                </a:solidFill>
                <a:latin typeface="Lato"/>
                <a:ea typeface="Lato"/>
                <a:cs typeface="Lato"/>
              </a:defRPr>
            </a:lvl4pPr>
            <a:lvl5pPr algn="r">
              <a:buNone/>
              <a:defRPr sz="1200" b="0">
                <a:solidFill>
                  <a:srgbClr val="C00000"/>
                </a:solidFill>
                <a:latin typeface="Lato"/>
                <a:ea typeface="Lato"/>
                <a:cs typeface="Lato"/>
              </a:defRPr>
            </a:lvl5pPr>
            <a:lvl6pPr algn="r">
              <a:buNone/>
              <a:defRPr sz="1200" b="0">
                <a:solidFill>
                  <a:srgbClr val="C00000"/>
                </a:solidFill>
                <a:latin typeface="Lato"/>
                <a:ea typeface="Lato"/>
                <a:cs typeface="Lato"/>
              </a:defRPr>
            </a:lvl6pPr>
            <a:lvl7pPr algn="r">
              <a:buNone/>
              <a:defRPr sz="1200" b="0">
                <a:solidFill>
                  <a:srgbClr val="C00000"/>
                </a:solidFill>
                <a:latin typeface="Lato"/>
                <a:ea typeface="Lato"/>
                <a:cs typeface="Lato"/>
              </a:defRPr>
            </a:lvl7pPr>
            <a:lvl8pPr algn="r">
              <a:buNone/>
              <a:defRPr sz="1200" b="0">
                <a:solidFill>
                  <a:srgbClr val="C00000"/>
                </a:solidFill>
                <a:latin typeface="Lato"/>
                <a:ea typeface="Lato"/>
                <a:cs typeface="Lato"/>
              </a:defRPr>
            </a:lvl8pPr>
            <a:lvl9pPr algn="r">
              <a:buNone/>
              <a:defRPr sz="1200" b="0">
                <a:solidFill>
                  <a:srgbClr val="C00000"/>
                </a:solidFill>
                <a:latin typeface="Lato"/>
                <a:ea typeface="Lato"/>
                <a:cs typeface="Lato"/>
              </a:defRPr>
            </a:lvl9pPr>
          </a:lstStyle>
          <a:p>
            <a:pPr algn="r">
              <a:buNone/>
              <a:defRPr sz="1200" b="0">
                <a:solidFill>
                  <a:srgbClr val="C00000"/>
                </a:solidFill>
                <a:latin typeface="Lato"/>
                <a:ea typeface="Lato"/>
                <a:cs typeface="Lato"/>
              </a:defRPr>
            </a:pPr>
            <a:r>
              <a:rPr sz="1200" b="0">
                <a:solidFill>
                  <a:srgbClr val="C00000"/>
                </a:solidFill>
                <a:latin typeface="Lato"/>
                <a:ea typeface="Lato"/>
                <a:cs typeface="Lato"/>
              </a:rPr>
              <a:t>4</a:t>
            </a:r>
          </a:p>
        </p:txBody>
      </p:sp>
      <p:sp>
        <p:nvSpPr>
          <p:cNvPr id="34" name="1.2    Thiết bị và sơ đồ phần cứng">
            <a:extLst>
              <a:ext uri="{FF2B5EF4-FFF2-40B4-BE49-F238E27FC236}">
                <a16:creationId xmlns:a16="http://schemas.microsoft.com/office/drawing/2014/main" id="{743A44D8-CB94-4CCB-806B-A5DC32DB0959}"/>
              </a:ext>
            </a:extLst>
          </p:cNvPr>
          <p:cNvSpPr>
            <a:spLocks noGrp="1"/>
          </p:cNvSpPr>
          <p:nvPr/>
        </p:nvSpPr>
        <p:spPr>
          <a:xfrm>
            <a:off x="381000" y="1009650"/>
            <a:ext cx="11239500" cy="409575"/>
          </a:xfrm>
          <a:prstGeom prst="rect">
            <a:avLst/>
          </a:prstGeom>
          <a:noFill/>
          <a:ln w="0">
            <a:noFill/>
          </a:ln>
        </p:spPr>
        <p:txBody>
          <a:bodyPr wrap="square" lIns="0" tIns="0" rIns="0" bIns="0" anchor="t">
            <a:noAutofit/>
          </a:bodyPr>
          <a:lstStyle>
            <a:defPPr algn="l">
              <a:defRPr sz="2400" b="1">
                <a:solidFill>
                  <a:srgbClr val="003366"/>
                </a:solidFill>
                <a:latin typeface="Lato"/>
                <a:ea typeface="Lato"/>
                <a:cs typeface="Lato"/>
              </a:defRPr>
            </a:defPPr>
            <a:lvl1pPr algn="l">
              <a:defRPr sz="2400" b="1">
                <a:solidFill>
                  <a:srgbClr val="003366"/>
                </a:solidFill>
                <a:latin typeface="Lato"/>
                <a:ea typeface="Lato"/>
                <a:cs typeface="Lato"/>
              </a:defRPr>
            </a:lvl1pPr>
            <a:lvl2pPr algn="l">
              <a:defRPr sz="2400" b="1">
                <a:solidFill>
                  <a:srgbClr val="003366"/>
                </a:solidFill>
                <a:latin typeface="Lato"/>
                <a:ea typeface="Lato"/>
                <a:cs typeface="Lato"/>
              </a:defRPr>
            </a:lvl2pPr>
            <a:lvl3pPr algn="l">
              <a:defRPr sz="2400" b="1">
                <a:solidFill>
                  <a:srgbClr val="003366"/>
                </a:solidFill>
                <a:latin typeface="Lato"/>
                <a:ea typeface="Lato"/>
                <a:cs typeface="Lato"/>
              </a:defRPr>
            </a:lvl3pPr>
            <a:lvl4pPr algn="l">
              <a:defRPr sz="2400" b="1">
                <a:solidFill>
                  <a:srgbClr val="003366"/>
                </a:solidFill>
                <a:latin typeface="Lato"/>
                <a:ea typeface="Lato"/>
                <a:cs typeface="Lato"/>
              </a:defRPr>
            </a:lvl4pPr>
            <a:lvl5pPr algn="l">
              <a:defRPr sz="2400" b="1">
                <a:solidFill>
                  <a:srgbClr val="003366"/>
                </a:solidFill>
                <a:latin typeface="Lato"/>
                <a:ea typeface="Lato"/>
                <a:cs typeface="Lato"/>
              </a:defRPr>
            </a:lvl5pPr>
            <a:lvl6pPr algn="l">
              <a:defRPr sz="2400" b="1">
                <a:solidFill>
                  <a:srgbClr val="003366"/>
                </a:solidFill>
                <a:latin typeface="Lato"/>
                <a:ea typeface="Lato"/>
                <a:cs typeface="Lato"/>
              </a:defRPr>
            </a:lvl6pPr>
            <a:lvl7pPr algn="l">
              <a:defRPr sz="2400" b="1">
                <a:solidFill>
                  <a:srgbClr val="003366"/>
                </a:solidFill>
                <a:latin typeface="Lato"/>
                <a:ea typeface="Lato"/>
                <a:cs typeface="Lato"/>
              </a:defRPr>
            </a:lvl7pPr>
            <a:lvl8pPr algn="l">
              <a:defRPr sz="2400" b="1">
                <a:solidFill>
                  <a:srgbClr val="003366"/>
                </a:solidFill>
                <a:latin typeface="Lato"/>
                <a:ea typeface="Lato"/>
                <a:cs typeface="Lato"/>
              </a:defRPr>
            </a:lvl8pPr>
            <a:lvl9pPr algn="l">
              <a:defRPr sz="2400" b="1">
                <a:solidFill>
                  <a:srgbClr val="003366"/>
                </a:solidFill>
                <a:latin typeface="Lato"/>
                <a:ea typeface="Lato"/>
                <a:cs typeface="Lato"/>
              </a:defRPr>
            </a:lvl9pPr>
          </a:lstStyle>
          <a:p>
            <a:pPr algn="l">
              <a:defRPr sz="2400" b="1">
                <a:solidFill>
                  <a:srgbClr val="003366"/>
                </a:solidFill>
                <a:latin typeface="Lato"/>
                <a:ea typeface="Lato"/>
                <a:cs typeface="Lato"/>
              </a:defRPr>
            </a:pPr>
            <a:r>
              <a:rPr sz="2400" b="1">
                <a:solidFill>
                  <a:srgbClr val="003366"/>
                </a:solidFill>
                <a:latin typeface="Lato"/>
                <a:ea typeface="Lato"/>
                <a:cs typeface="Lato"/>
              </a:rPr>
              <a:t>1.2    Thiết bị và sơ đồ phần cứng</a:t>
            </a:r>
          </a:p>
        </p:txBody>
      </p:sp>
    </p:spTree>
    <p:extLst>
      <p:ext uri="{BB962C8B-B14F-4D97-AF65-F5344CB8AC3E}">
        <p14:creationId xmlns:p14="http://schemas.microsoft.com/office/powerpoint/2010/main" val="1541645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Google Shape;176;p8">
            <a:extLst>
              <a:ext uri="{FF2B5EF4-FFF2-40B4-BE49-F238E27FC236}">
                <a16:creationId xmlns:a16="http://schemas.microsoft.com/office/drawing/2014/main" id="{4E598D0C-7662-40A6-B0E5-57249D51781C}"/>
              </a:ext>
            </a:extLst>
          </p:cNvPr>
          <p:cNvSpPr>
            <a:spLocks noGrp="1"/>
          </p:cNvSpPr>
          <p:nvPr/>
        </p:nvSpPr>
        <p:spPr>
          <a:xfrm>
            <a:off x="287868" y="260081"/>
            <a:ext cx="660399" cy="527140"/>
          </a:xfrm>
          <a:prstGeom prst="rect">
            <a:avLst/>
          </a:prstGeom>
          <a:solidFill>
            <a:srgbClr val="C00000"/>
          </a:solidFill>
          <a:ln>
            <a:noFill/>
          </a:ln>
        </p:spPr>
        <p:txBody>
          <a:bodyPr spcFirstLastPara="1" wrap="square" lIns="91425" tIns="45700" rIns="91425" bIns="45700" anchor="t">
            <a:noAutofit/>
          </a:bodyPr>
          <a:lstStyle/>
          <a:p>
            <a:pPr marL="0" marR="0" lvl="0" indent="0" algn="ctr">
              <a:lnSpc>
                <a:spcPct val="90000"/>
              </a:lnSpc>
              <a:spcBef>
                <a:spcPts val="0"/>
              </a:spcBef>
              <a:spcAft>
                <a:spcPts val="0"/>
              </a:spcAft>
              <a:buClr>
                <a:schemeClr val="lt1"/>
              </a:buClr>
              <a:buSzPts val="3200"/>
              <a:buFont typeface="Lato"/>
              <a:buNone/>
            </a:pPr>
            <a:r>
              <a:rPr sz="3200" b="1" i="0" u="none" strike="noStrike" cap="none">
                <a:solidFill>
                  <a:schemeClr val="lt1"/>
                </a:solidFill>
                <a:latin typeface="Lato"/>
                <a:ea typeface="Lato"/>
                <a:cs typeface="Lato"/>
              </a:rPr>
              <a:t>2</a:t>
            </a:r>
            <a:endParaRPr/>
          </a:p>
        </p:txBody>
      </p:sp>
      <p:sp>
        <p:nvSpPr>
          <p:cNvPr id="2" name="Google Shape;181;p8">
            <a:extLst>
              <a:ext uri="{FF2B5EF4-FFF2-40B4-BE49-F238E27FC236}">
                <a16:creationId xmlns:a16="http://schemas.microsoft.com/office/drawing/2014/main" id="{A57C218D-4CE3-4159-94BD-1BD06BEC562F}"/>
              </a:ext>
            </a:extLst>
          </p:cNvPr>
          <p:cNvSpPr>
            <a:spLocks noGrp="1"/>
          </p:cNvSpPr>
          <p:nvPr/>
        </p:nvSpPr>
        <p:spPr>
          <a:xfrm>
            <a:off x="1032933" y="230370"/>
            <a:ext cx="10668000" cy="523173"/>
          </a:xfrm>
          <a:prstGeom prst="rect">
            <a:avLst/>
          </a:prstGeom>
          <a:noFill/>
          <a:ln>
            <a:noFill/>
          </a:ln>
        </p:spPr>
        <p:txBody>
          <a:bodyPr spcFirstLastPara="1" wrap="square" lIns="91425" tIns="45700" rIns="91425" bIns="45700" anchor="t">
            <a:noAutofit/>
          </a:bodyPr>
          <a:lstStyle/>
          <a:p>
            <a:pPr marL="0" marR="0" lvl="0" indent="0" algn="l">
              <a:lnSpc>
                <a:spcPct val="90000"/>
              </a:lnSpc>
              <a:spcBef>
                <a:spcPts val="0"/>
              </a:spcBef>
              <a:spcAft>
                <a:spcPts val="0"/>
              </a:spcAft>
              <a:buClr>
                <a:srgbClr val="003366"/>
              </a:buClr>
              <a:buSzPts val="3200"/>
              <a:buFont typeface="Lato"/>
              <a:buNone/>
            </a:pPr>
            <a:r>
              <a:rPr sz="3200" b="1" i="0" u="none" strike="noStrike" cap="none">
                <a:solidFill>
                  <a:srgbClr val="003366"/>
                </a:solidFill>
                <a:latin typeface="Lato"/>
                <a:ea typeface="Lato"/>
                <a:cs typeface="Lato"/>
              </a:rPr>
              <a:t>KIẾN TRÚC VÀ BACKEND</a:t>
            </a:r>
            <a:endParaRPr/>
          </a:p>
        </p:txBody>
      </p:sp>
      <p:cxnSp>
        <p:nvCxnSpPr>
          <p:cNvPr id="3" name="Google Shape;182;p8">
            <a:extLst>
              <a:ext uri="{FF2B5EF4-FFF2-40B4-BE49-F238E27FC236}">
                <a16:creationId xmlns:a16="http://schemas.microsoft.com/office/drawing/2014/main" id="{CDE66BC0-CFCA-47FE-B0BB-84316625EB18}"/>
              </a:ext>
            </a:extLst>
          </p:cNvPr>
          <p:cNvCxnSpPr/>
          <p:nvPr/>
        </p:nvCxnSpPr>
        <p:spPr>
          <a:xfrm rot="10800000" flipH="1">
            <a:off x="1134533" y="753543"/>
            <a:ext cx="3976827" cy="1144"/>
          </a:xfrm>
          <a:prstGeom prst="straightConnector1">
            <a:avLst/>
          </a:prstGeom>
          <a:ln w="38100" cap="flat">
            <a:solidFill>
              <a:srgbClr val="C00000"/>
            </a:solidFill>
            <a:prstDash val="solid"/>
            <a:miter/>
            <a:headEnd type="none" w="sm" len="sm"/>
            <a:tailEnd type="none" w="sm" len="sm"/>
          </a:ln>
        </p:spPr>
      </p:cxnSp>
      <p:sp>
        <p:nvSpPr>
          <p:cNvPr id="4" name="Máy tính chạy hệ thống">
            <a:extLst>
              <a:ext uri="{FF2B5EF4-FFF2-40B4-BE49-F238E27FC236}">
                <a16:creationId xmlns:a16="http://schemas.microsoft.com/office/drawing/2014/main" id="{47952924-BA02-41A8-BF2C-9EF3A2BDB60D}"/>
              </a:ext>
            </a:extLst>
          </p:cNvPr>
          <p:cNvSpPr>
            <a:spLocks noGrp="1"/>
          </p:cNvSpPr>
          <p:nvPr/>
        </p:nvSpPr>
        <p:spPr>
          <a:xfrm>
            <a:off x="3448050" y="1466850"/>
            <a:ext cx="5334000" cy="4000500"/>
          </a:xfrm>
          <a:prstGeom prst="rect">
            <a:avLst/>
          </a:prstGeom>
          <a:noFill/>
          <a:ln w="9525">
            <a:solidFill>
              <a:srgbClr val="BBBBBB"/>
            </a:solidFill>
          </a:ln>
        </p:spPr>
      </p:sp>
      <p:sp>
        <p:nvSpPr>
          <p:cNvPr id="5" name="Máy tính chạy hệ thống">
            <a:extLst>
              <a:ext uri="{FF2B5EF4-FFF2-40B4-BE49-F238E27FC236}">
                <a16:creationId xmlns:a16="http://schemas.microsoft.com/office/drawing/2014/main" id="{7DA8A99D-25AD-413F-AD72-ADD7358C90E9}"/>
              </a:ext>
            </a:extLst>
          </p:cNvPr>
          <p:cNvSpPr>
            <a:spLocks noGrp="1"/>
          </p:cNvSpPr>
          <p:nvPr/>
        </p:nvSpPr>
        <p:spPr>
          <a:xfrm>
            <a:off x="3733800" y="1524000"/>
            <a:ext cx="4667250" cy="361950"/>
          </a:xfrm>
          <a:prstGeom prst="rect">
            <a:avLst/>
          </a:prstGeom>
          <a:noFill/>
          <a:ln w="0">
            <a:noFill/>
          </a:ln>
        </p:spPr>
        <p:txBody>
          <a:bodyPr wrap="square" lIns="0" tIns="0" rIns="0" bIns="0" anchor="t">
            <a:noAutofit/>
          </a:bodyPr>
          <a:lstStyle>
            <a:defPPr algn="ctr">
              <a:defRPr sz="1875" b="1">
                <a:solidFill>
                  <a:srgbClr val="003366"/>
                </a:solidFill>
                <a:latin typeface="Lato"/>
                <a:ea typeface="Lato"/>
                <a:cs typeface="Lato"/>
              </a:defRPr>
            </a:defPPr>
            <a:lvl1pPr algn="ctr">
              <a:buNone/>
              <a:defRPr sz="1875" b="1">
                <a:solidFill>
                  <a:srgbClr val="003366"/>
                </a:solidFill>
                <a:latin typeface="Lato"/>
                <a:ea typeface="Lato"/>
                <a:cs typeface="Lato"/>
              </a:defRPr>
            </a:lvl1pPr>
            <a:lvl2pPr algn="ctr">
              <a:buNone/>
              <a:defRPr sz="1875" b="1">
                <a:solidFill>
                  <a:srgbClr val="003366"/>
                </a:solidFill>
                <a:latin typeface="Lato"/>
                <a:ea typeface="Lato"/>
                <a:cs typeface="Lato"/>
              </a:defRPr>
            </a:lvl2pPr>
            <a:lvl3pPr algn="ctr">
              <a:buNone/>
              <a:defRPr sz="1875" b="1">
                <a:solidFill>
                  <a:srgbClr val="003366"/>
                </a:solidFill>
                <a:latin typeface="Lato"/>
                <a:ea typeface="Lato"/>
                <a:cs typeface="Lato"/>
              </a:defRPr>
            </a:lvl3pPr>
            <a:lvl4pPr algn="ctr">
              <a:buNone/>
              <a:defRPr sz="1875" b="1">
                <a:solidFill>
                  <a:srgbClr val="003366"/>
                </a:solidFill>
                <a:latin typeface="Lato"/>
                <a:ea typeface="Lato"/>
                <a:cs typeface="Lato"/>
              </a:defRPr>
            </a:lvl4pPr>
            <a:lvl5pPr algn="ctr">
              <a:buNone/>
              <a:defRPr sz="1875" b="1">
                <a:solidFill>
                  <a:srgbClr val="003366"/>
                </a:solidFill>
                <a:latin typeface="Lato"/>
                <a:ea typeface="Lato"/>
                <a:cs typeface="Lato"/>
              </a:defRPr>
            </a:lvl5pPr>
            <a:lvl6pPr algn="ctr">
              <a:buNone/>
              <a:defRPr sz="1875" b="1">
                <a:solidFill>
                  <a:srgbClr val="003366"/>
                </a:solidFill>
                <a:latin typeface="Lato"/>
                <a:ea typeface="Lato"/>
                <a:cs typeface="Lato"/>
              </a:defRPr>
            </a:lvl6pPr>
            <a:lvl7pPr algn="ctr">
              <a:buNone/>
              <a:defRPr sz="1875" b="1">
                <a:solidFill>
                  <a:srgbClr val="003366"/>
                </a:solidFill>
                <a:latin typeface="Lato"/>
                <a:ea typeface="Lato"/>
                <a:cs typeface="Lato"/>
              </a:defRPr>
            </a:lvl7pPr>
            <a:lvl8pPr algn="ctr">
              <a:buNone/>
              <a:defRPr sz="1875" b="1">
                <a:solidFill>
                  <a:srgbClr val="003366"/>
                </a:solidFill>
                <a:latin typeface="Lato"/>
                <a:ea typeface="Lato"/>
                <a:cs typeface="Lato"/>
              </a:defRPr>
            </a:lvl8pPr>
            <a:lvl9pPr algn="ctr">
              <a:buNone/>
              <a:defRPr sz="1875" b="1">
                <a:solidFill>
                  <a:srgbClr val="003366"/>
                </a:solidFill>
                <a:latin typeface="Lato"/>
                <a:ea typeface="Lato"/>
                <a:cs typeface="Lato"/>
              </a:defRPr>
            </a:lvl9pPr>
          </a:lstStyle>
          <a:p>
            <a:pPr algn="ctr">
              <a:buNone/>
              <a:defRPr sz="1875" b="1">
                <a:solidFill>
                  <a:srgbClr val="003366"/>
                </a:solidFill>
                <a:latin typeface="Lato"/>
                <a:ea typeface="Lato"/>
                <a:cs typeface="Lato"/>
              </a:defRPr>
            </a:pPr>
            <a:r>
              <a:rPr sz="1875" b="1">
                <a:solidFill>
                  <a:srgbClr val="003366"/>
                </a:solidFill>
                <a:latin typeface="Lato"/>
                <a:ea typeface="Lato"/>
                <a:cs typeface="Lato"/>
              </a:rPr>
              <a:t>Máy tính chạy hệ thống</a:t>
            </a:r>
          </a:p>
        </p:txBody>
      </p:sp>
      <p:sp>
        <p:nvSpPr>
          <p:cNvPr id="6" name="Phòng 101 / Node01 ESP8266 + cảm biến Đèn/còi tại chỗ">
            <a:extLst>
              <a:ext uri="{FF2B5EF4-FFF2-40B4-BE49-F238E27FC236}">
                <a16:creationId xmlns:a16="http://schemas.microsoft.com/office/drawing/2014/main" id="{F911C0A2-5B75-499E-9CAD-1C0FC2D0C45A}"/>
              </a:ext>
            </a:extLst>
          </p:cNvPr>
          <p:cNvSpPr>
            <a:spLocks noGrp="1"/>
          </p:cNvSpPr>
          <p:nvPr/>
        </p:nvSpPr>
        <p:spPr>
          <a:xfrm>
            <a:off x="609600" y="1847850"/>
            <a:ext cx="2190750" cy="1047750"/>
          </a:xfrm>
          <a:prstGeom prst="roundRect">
            <a:avLst>
              <a:gd name="adj" fmla="val 9091"/>
            </a:avLst>
          </a:prstGeom>
          <a:solidFill>
            <a:srgbClr val="FFFFFF"/>
          </a:solidFill>
          <a:ln w="17145">
            <a:solidFill>
              <a:srgbClr val="003366"/>
            </a:solidFill>
          </a:ln>
        </p:spPr>
        <p:txBody>
          <a:bodyPr wrap="square" lIns="114300" tIns="66675" rIns="114300" bIns="66675" anchor="ctr">
            <a:noAutofit/>
          </a:bodyPr>
          <a:lstStyle>
            <a:defPPr algn="ctr">
              <a:defRPr sz="1725" b="1">
                <a:solidFill>
                  <a:srgbClr val="003366"/>
                </a:solidFill>
                <a:latin typeface="Lato"/>
                <a:ea typeface="Lato"/>
                <a:cs typeface="Lato"/>
              </a:defRPr>
            </a:defPPr>
            <a:lvl1pPr algn="ctr">
              <a:buNone/>
              <a:defRPr sz="1725" b="1">
                <a:solidFill>
                  <a:srgbClr val="003366"/>
                </a:solidFill>
                <a:latin typeface="Lato"/>
                <a:ea typeface="Lato"/>
                <a:cs typeface="Lato"/>
              </a:defRPr>
            </a:lvl1pPr>
            <a:lvl2pPr algn="ctr">
              <a:buNone/>
              <a:defRPr sz="1725" b="1">
                <a:solidFill>
                  <a:srgbClr val="003366"/>
                </a:solidFill>
                <a:latin typeface="Lato"/>
                <a:ea typeface="Lato"/>
                <a:cs typeface="Lato"/>
              </a:defRPr>
            </a:lvl2pPr>
            <a:lvl3pPr algn="ctr">
              <a:buNone/>
              <a:defRPr sz="1725" b="1">
                <a:solidFill>
                  <a:srgbClr val="003366"/>
                </a:solidFill>
                <a:latin typeface="Lato"/>
                <a:ea typeface="Lato"/>
                <a:cs typeface="Lato"/>
              </a:defRPr>
            </a:lvl3pPr>
            <a:lvl4pPr algn="ctr">
              <a:buNone/>
              <a:defRPr sz="1725" b="1">
                <a:solidFill>
                  <a:srgbClr val="003366"/>
                </a:solidFill>
                <a:latin typeface="Lato"/>
                <a:ea typeface="Lato"/>
                <a:cs typeface="Lato"/>
              </a:defRPr>
            </a:lvl4pPr>
            <a:lvl5pPr algn="ctr">
              <a:buNone/>
              <a:defRPr sz="1725" b="1">
                <a:solidFill>
                  <a:srgbClr val="003366"/>
                </a:solidFill>
                <a:latin typeface="Lato"/>
                <a:ea typeface="Lato"/>
                <a:cs typeface="Lato"/>
              </a:defRPr>
            </a:lvl5pPr>
            <a:lvl6pPr algn="ctr">
              <a:buNone/>
              <a:defRPr sz="1725" b="1">
                <a:solidFill>
                  <a:srgbClr val="003366"/>
                </a:solidFill>
                <a:latin typeface="Lato"/>
                <a:ea typeface="Lato"/>
                <a:cs typeface="Lato"/>
              </a:defRPr>
            </a:lvl6pPr>
            <a:lvl7pPr algn="ctr">
              <a:buNone/>
              <a:defRPr sz="1725" b="1">
                <a:solidFill>
                  <a:srgbClr val="003366"/>
                </a:solidFill>
                <a:latin typeface="Lato"/>
                <a:ea typeface="Lato"/>
                <a:cs typeface="Lato"/>
              </a:defRPr>
            </a:lvl7pPr>
            <a:lvl8pPr algn="ctr">
              <a:buNone/>
              <a:defRPr sz="1725" b="1">
                <a:solidFill>
                  <a:srgbClr val="003366"/>
                </a:solidFill>
                <a:latin typeface="Lato"/>
                <a:ea typeface="Lato"/>
                <a:cs typeface="Lato"/>
              </a:defRPr>
            </a:lvl8pPr>
            <a:lvl9pPr algn="ctr">
              <a:buNone/>
              <a:defRPr sz="1725" b="1">
                <a:solidFill>
                  <a:srgbClr val="003366"/>
                </a:solidFill>
                <a:latin typeface="Lato"/>
                <a:ea typeface="Lato"/>
                <a:cs typeface="Lato"/>
              </a:defRPr>
            </a:lvl9pPr>
          </a:lstStyle>
          <a:p>
            <a:pPr algn="ctr">
              <a:buNone/>
              <a:defRPr sz="1725" b="1">
                <a:solidFill>
                  <a:srgbClr val="003366"/>
                </a:solidFill>
                <a:latin typeface="Lato"/>
                <a:ea typeface="Lato"/>
                <a:cs typeface="Lato"/>
              </a:defRPr>
            </a:pPr>
            <a:r>
              <a:rPr sz="1725" b="1">
                <a:solidFill>
                  <a:srgbClr val="003366"/>
                </a:solidFill>
                <a:latin typeface="Lato"/>
                <a:ea typeface="Lato"/>
                <a:cs typeface="Lato"/>
              </a:rPr>
              <a:t>Phòng 101</a:t>
            </a:r>
          </a:p>
          <a:p>
            <a:pPr algn="ctr">
              <a:buNone/>
              <a:defRPr sz="1725" b="1">
                <a:solidFill>
                  <a:srgbClr val="003366"/>
                </a:solidFill>
                <a:latin typeface="Lato"/>
                <a:ea typeface="Lato"/>
                <a:cs typeface="Lato"/>
              </a:defRPr>
            </a:pPr>
            <a:r>
              <a:rPr sz="1725" b="1">
                <a:solidFill>
                  <a:srgbClr val="003366"/>
                </a:solidFill>
                <a:latin typeface="Lato"/>
                <a:ea typeface="Lato"/>
                <a:cs typeface="Lato"/>
              </a:rPr>
              <a:t>Node01 (ESP8266)</a:t>
            </a:r>
          </a:p>
          <a:p>
            <a:pPr algn="ctr">
              <a:buNone/>
              <a:defRPr sz="1725" b="1">
                <a:solidFill>
                  <a:srgbClr val="003366"/>
                </a:solidFill>
                <a:latin typeface="Lato"/>
                <a:ea typeface="Lato"/>
                <a:cs typeface="Lato"/>
              </a:defRPr>
            </a:pPr>
            <a:r>
              <a:rPr sz="1725" b="1">
                <a:solidFill>
                  <a:srgbClr val="003366"/>
                </a:solidFill>
                <a:latin typeface="Lato"/>
                <a:ea typeface="Lato"/>
                <a:cs typeface="Lato"/>
              </a:rPr>
              <a:t>Cảm biến, đèn/còi</a:t>
            </a:r>
          </a:p>
        </p:txBody>
      </p:sp>
      <p:sp>
        <p:nvSpPr>
          <p:cNvPr id="7" name="Phòng 102 / Node02 ESP8266 + cảm biến Đèn/còi tại chỗ">
            <a:extLst>
              <a:ext uri="{FF2B5EF4-FFF2-40B4-BE49-F238E27FC236}">
                <a16:creationId xmlns:a16="http://schemas.microsoft.com/office/drawing/2014/main" id="{6678DA1E-10C8-42C4-9951-55BCF7BAADC6}"/>
              </a:ext>
            </a:extLst>
          </p:cNvPr>
          <p:cNvSpPr>
            <a:spLocks noGrp="1"/>
          </p:cNvSpPr>
          <p:nvPr/>
        </p:nvSpPr>
        <p:spPr>
          <a:xfrm>
            <a:off x="609600" y="3724275"/>
            <a:ext cx="2190750" cy="1047750"/>
          </a:xfrm>
          <a:prstGeom prst="roundRect">
            <a:avLst>
              <a:gd name="adj" fmla="val 9091"/>
            </a:avLst>
          </a:prstGeom>
          <a:solidFill>
            <a:srgbClr val="FFFFFF"/>
          </a:solidFill>
          <a:ln w="17145">
            <a:solidFill>
              <a:srgbClr val="003366"/>
            </a:solidFill>
          </a:ln>
        </p:spPr>
        <p:txBody>
          <a:bodyPr wrap="square" lIns="114300" tIns="66675" rIns="114300" bIns="66675" anchor="ctr">
            <a:noAutofit/>
          </a:bodyPr>
          <a:lstStyle>
            <a:defPPr algn="ctr">
              <a:defRPr sz="1725" b="1">
                <a:solidFill>
                  <a:srgbClr val="003366"/>
                </a:solidFill>
                <a:latin typeface="Lato"/>
                <a:ea typeface="Lato"/>
                <a:cs typeface="Lato"/>
              </a:defRPr>
            </a:defPPr>
            <a:lvl1pPr algn="ctr">
              <a:buNone/>
              <a:defRPr sz="1725" b="1">
                <a:solidFill>
                  <a:srgbClr val="003366"/>
                </a:solidFill>
                <a:latin typeface="Lato"/>
                <a:ea typeface="Lato"/>
                <a:cs typeface="Lato"/>
              </a:defRPr>
            </a:lvl1pPr>
            <a:lvl2pPr algn="ctr">
              <a:buNone/>
              <a:defRPr sz="1725" b="1">
                <a:solidFill>
                  <a:srgbClr val="003366"/>
                </a:solidFill>
                <a:latin typeface="Lato"/>
                <a:ea typeface="Lato"/>
                <a:cs typeface="Lato"/>
              </a:defRPr>
            </a:lvl2pPr>
            <a:lvl3pPr algn="ctr">
              <a:buNone/>
              <a:defRPr sz="1725" b="1">
                <a:solidFill>
                  <a:srgbClr val="003366"/>
                </a:solidFill>
                <a:latin typeface="Lato"/>
                <a:ea typeface="Lato"/>
                <a:cs typeface="Lato"/>
              </a:defRPr>
            </a:lvl3pPr>
            <a:lvl4pPr algn="ctr">
              <a:buNone/>
              <a:defRPr sz="1725" b="1">
                <a:solidFill>
                  <a:srgbClr val="003366"/>
                </a:solidFill>
                <a:latin typeface="Lato"/>
                <a:ea typeface="Lato"/>
                <a:cs typeface="Lato"/>
              </a:defRPr>
            </a:lvl4pPr>
            <a:lvl5pPr algn="ctr">
              <a:buNone/>
              <a:defRPr sz="1725" b="1">
                <a:solidFill>
                  <a:srgbClr val="003366"/>
                </a:solidFill>
                <a:latin typeface="Lato"/>
                <a:ea typeface="Lato"/>
                <a:cs typeface="Lato"/>
              </a:defRPr>
            </a:lvl5pPr>
            <a:lvl6pPr algn="ctr">
              <a:buNone/>
              <a:defRPr sz="1725" b="1">
                <a:solidFill>
                  <a:srgbClr val="003366"/>
                </a:solidFill>
                <a:latin typeface="Lato"/>
                <a:ea typeface="Lato"/>
                <a:cs typeface="Lato"/>
              </a:defRPr>
            </a:lvl6pPr>
            <a:lvl7pPr algn="ctr">
              <a:buNone/>
              <a:defRPr sz="1725" b="1">
                <a:solidFill>
                  <a:srgbClr val="003366"/>
                </a:solidFill>
                <a:latin typeface="Lato"/>
                <a:ea typeface="Lato"/>
                <a:cs typeface="Lato"/>
              </a:defRPr>
            </a:lvl7pPr>
            <a:lvl8pPr algn="ctr">
              <a:buNone/>
              <a:defRPr sz="1725" b="1">
                <a:solidFill>
                  <a:srgbClr val="003366"/>
                </a:solidFill>
                <a:latin typeface="Lato"/>
                <a:ea typeface="Lato"/>
                <a:cs typeface="Lato"/>
              </a:defRPr>
            </a:lvl8pPr>
            <a:lvl9pPr algn="ctr">
              <a:buNone/>
              <a:defRPr sz="1725" b="1">
                <a:solidFill>
                  <a:srgbClr val="003366"/>
                </a:solidFill>
                <a:latin typeface="Lato"/>
                <a:ea typeface="Lato"/>
                <a:cs typeface="Lato"/>
              </a:defRPr>
            </a:lvl9pPr>
          </a:lstStyle>
          <a:p>
            <a:pPr algn="ctr">
              <a:buNone/>
              <a:defRPr sz="1725" b="1">
                <a:solidFill>
                  <a:srgbClr val="003366"/>
                </a:solidFill>
                <a:latin typeface="Lato"/>
                <a:ea typeface="Lato"/>
                <a:cs typeface="Lato"/>
              </a:defRPr>
            </a:pPr>
            <a:r>
              <a:rPr sz="1725" b="1">
                <a:solidFill>
                  <a:srgbClr val="003366"/>
                </a:solidFill>
                <a:latin typeface="Lato"/>
                <a:ea typeface="Lato"/>
                <a:cs typeface="Lato"/>
              </a:rPr>
              <a:t>Phòng 102</a:t>
            </a:r>
          </a:p>
          <a:p>
            <a:pPr algn="ctr">
              <a:buNone/>
              <a:defRPr sz="1725" b="1">
                <a:solidFill>
                  <a:srgbClr val="003366"/>
                </a:solidFill>
                <a:latin typeface="Lato"/>
                <a:ea typeface="Lato"/>
                <a:cs typeface="Lato"/>
              </a:defRPr>
            </a:pPr>
            <a:r>
              <a:rPr sz="1725" b="1">
                <a:solidFill>
                  <a:srgbClr val="003366"/>
                </a:solidFill>
                <a:latin typeface="Lato"/>
                <a:ea typeface="Lato"/>
                <a:cs typeface="Lato"/>
              </a:rPr>
              <a:t>Node02 (ESP8266)</a:t>
            </a:r>
          </a:p>
          <a:p>
            <a:pPr algn="ctr">
              <a:buNone/>
              <a:defRPr sz="1725" b="1">
                <a:solidFill>
                  <a:srgbClr val="003366"/>
                </a:solidFill>
                <a:latin typeface="Lato"/>
                <a:ea typeface="Lato"/>
                <a:cs typeface="Lato"/>
              </a:defRPr>
            </a:pPr>
            <a:r>
              <a:rPr sz="1725" b="1">
                <a:solidFill>
                  <a:srgbClr val="003366"/>
                </a:solidFill>
                <a:latin typeface="Lato"/>
                <a:ea typeface="Lato"/>
                <a:cs typeface="Lato"/>
              </a:rPr>
              <a:t>Cảm biến, đèn/còi</a:t>
            </a:r>
          </a:p>
        </p:txBody>
      </p:sp>
      <p:sp>
        <p:nvSpPr>
          <p:cNvPr id="8" name="Mosquitto MQTT broker">
            <a:extLst>
              <a:ext uri="{FF2B5EF4-FFF2-40B4-BE49-F238E27FC236}">
                <a16:creationId xmlns:a16="http://schemas.microsoft.com/office/drawing/2014/main" id="{851742E0-D1A8-46B7-888D-66E565703239}"/>
              </a:ext>
            </a:extLst>
          </p:cNvPr>
          <p:cNvSpPr>
            <a:spLocks noGrp="1"/>
          </p:cNvSpPr>
          <p:nvPr/>
        </p:nvSpPr>
        <p:spPr>
          <a:xfrm>
            <a:off x="3743325" y="2771775"/>
            <a:ext cx="1790700" cy="904875"/>
          </a:xfrm>
          <a:prstGeom prst="roundRect">
            <a:avLst>
              <a:gd name="adj" fmla="val 10526"/>
            </a:avLst>
          </a:prstGeom>
          <a:solidFill>
            <a:srgbClr val="FFFFFF"/>
          </a:solidFill>
          <a:ln w="17145">
            <a:solidFill>
              <a:srgbClr val="003366"/>
            </a:solidFill>
          </a:ln>
        </p:spPr>
        <p:txBody>
          <a:bodyPr wrap="square" lIns="114300" tIns="66675" rIns="114300" bIns="66675" anchor="ctr">
            <a:noAutofit/>
          </a:bodyPr>
          <a:lstStyle>
            <a:defPPr algn="ctr">
              <a:defRPr sz="1950" b="1">
                <a:solidFill>
                  <a:srgbClr val="003366"/>
                </a:solidFill>
                <a:latin typeface="Lato"/>
                <a:ea typeface="Lato"/>
                <a:cs typeface="Lato"/>
              </a:defRPr>
            </a:defPPr>
            <a:lvl1pPr algn="ctr">
              <a:buNone/>
              <a:defRPr sz="1950" b="1">
                <a:solidFill>
                  <a:srgbClr val="003366"/>
                </a:solidFill>
                <a:latin typeface="Lato"/>
                <a:ea typeface="Lato"/>
                <a:cs typeface="Lato"/>
              </a:defRPr>
            </a:lvl1pPr>
            <a:lvl2pPr algn="ctr">
              <a:buNone/>
              <a:defRPr sz="1950" b="1">
                <a:solidFill>
                  <a:srgbClr val="003366"/>
                </a:solidFill>
                <a:latin typeface="Lato"/>
                <a:ea typeface="Lato"/>
                <a:cs typeface="Lato"/>
              </a:defRPr>
            </a:lvl2pPr>
            <a:lvl3pPr algn="ctr">
              <a:buNone/>
              <a:defRPr sz="1950" b="1">
                <a:solidFill>
                  <a:srgbClr val="003366"/>
                </a:solidFill>
                <a:latin typeface="Lato"/>
                <a:ea typeface="Lato"/>
                <a:cs typeface="Lato"/>
              </a:defRPr>
            </a:lvl3pPr>
            <a:lvl4pPr algn="ctr">
              <a:buNone/>
              <a:defRPr sz="1950" b="1">
                <a:solidFill>
                  <a:srgbClr val="003366"/>
                </a:solidFill>
                <a:latin typeface="Lato"/>
                <a:ea typeface="Lato"/>
                <a:cs typeface="Lato"/>
              </a:defRPr>
            </a:lvl4pPr>
            <a:lvl5pPr algn="ctr">
              <a:buNone/>
              <a:defRPr sz="1950" b="1">
                <a:solidFill>
                  <a:srgbClr val="003366"/>
                </a:solidFill>
                <a:latin typeface="Lato"/>
                <a:ea typeface="Lato"/>
                <a:cs typeface="Lato"/>
              </a:defRPr>
            </a:lvl5pPr>
            <a:lvl6pPr algn="ctr">
              <a:buNone/>
              <a:defRPr sz="1950" b="1">
                <a:solidFill>
                  <a:srgbClr val="003366"/>
                </a:solidFill>
                <a:latin typeface="Lato"/>
                <a:ea typeface="Lato"/>
                <a:cs typeface="Lato"/>
              </a:defRPr>
            </a:lvl6pPr>
            <a:lvl7pPr algn="ctr">
              <a:buNone/>
              <a:defRPr sz="1950" b="1">
                <a:solidFill>
                  <a:srgbClr val="003366"/>
                </a:solidFill>
                <a:latin typeface="Lato"/>
                <a:ea typeface="Lato"/>
                <a:cs typeface="Lato"/>
              </a:defRPr>
            </a:lvl7pPr>
            <a:lvl8pPr algn="ctr">
              <a:buNone/>
              <a:defRPr sz="1950" b="1">
                <a:solidFill>
                  <a:srgbClr val="003366"/>
                </a:solidFill>
                <a:latin typeface="Lato"/>
                <a:ea typeface="Lato"/>
                <a:cs typeface="Lato"/>
              </a:defRPr>
            </a:lvl8pPr>
            <a:lvl9pPr algn="ctr">
              <a:buNone/>
              <a:defRPr sz="1950" b="1">
                <a:solidFill>
                  <a:srgbClr val="003366"/>
                </a:solidFill>
                <a:latin typeface="Lato"/>
                <a:ea typeface="Lato"/>
                <a:cs typeface="Lato"/>
              </a:defRPr>
            </a:lvl9pPr>
          </a:lstStyle>
          <a:p>
            <a:pPr algn="ctr">
              <a:buNone/>
              <a:defRPr sz="1950" b="1">
                <a:solidFill>
                  <a:srgbClr val="003366"/>
                </a:solidFill>
                <a:latin typeface="Lato"/>
                <a:ea typeface="Lato"/>
                <a:cs typeface="Lato"/>
              </a:defRPr>
            </a:pPr>
            <a:r>
              <a:rPr sz="1950" b="1">
                <a:solidFill>
                  <a:srgbClr val="003366"/>
                </a:solidFill>
                <a:latin typeface="Lato"/>
                <a:ea typeface="Lato"/>
                <a:cs typeface="Lato"/>
              </a:rPr>
              <a:t>Broker</a:t>
            </a:r>
          </a:p>
          <a:p>
            <a:pPr algn="ctr">
              <a:buNone/>
              <a:defRPr sz="1950" b="1">
                <a:solidFill>
                  <a:srgbClr val="003366"/>
                </a:solidFill>
                <a:latin typeface="Lato"/>
                <a:ea typeface="Lato"/>
                <a:cs typeface="Lato"/>
              </a:defRPr>
            </a:pPr>
            <a:r>
              <a:rPr sz="1950" b="1">
                <a:solidFill>
                  <a:srgbClr val="003366"/>
                </a:solidFill>
                <a:latin typeface="Lato"/>
                <a:ea typeface="Lato"/>
                <a:cs typeface="Lato"/>
              </a:rPr>
              <a:t>Mosquitto</a:t>
            </a:r>
          </a:p>
        </p:txBody>
      </p:sp>
      <p:sp>
        <p:nvSpPr>
          <p:cNvPr id="9" name="Backend Python MQTT + FastAPI Quản lý sự cố">
            <a:extLst>
              <a:ext uri="{FF2B5EF4-FFF2-40B4-BE49-F238E27FC236}">
                <a16:creationId xmlns:a16="http://schemas.microsoft.com/office/drawing/2014/main" id="{C6BCF54C-6501-4E69-930C-5436C0CE8206}"/>
              </a:ext>
            </a:extLst>
          </p:cNvPr>
          <p:cNvSpPr>
            <a:spLocks noGrp="1"/>
          </p:cNvSpPr>
          <p:nvPr/>
        </p:nvSpPr>
        <p:spPr>
          <a:xfrm>
            <a:off x="6191250" y="2657475"/>
            <a:ext cx="2238375" cy="1143000"/>
          </a:xfrm>
          <a:prstGeom prst="roundRect">
            <a:avLst>
              <a:gd name="adj" fmla="val 8333"/>
            </a:avLst>
          </a:prstGeom>
          <a:solidFill>
            <a:srgbClr val="FFFFFF"/>
          </a:solidFill>
          <a:ln w="17145">
            <a:solidFill>
              <a:srgbClr val="003366"/>
            </a:solidFill>
          </a:ln>
        </p:spPr>
        <p:txBody>
          <a:bodyPr wrap="square" lIns="114300" tIns="66675" rIns="114300" bIns="66675" anchor="ctr">
            <a:noAutofit/>
          </a:bodyPr>
          <a:lstStyle>
            <a:defPPr algn="ctr">
              <a:defRPr sz="1800" b="1">
                <a:solidFill>
                  <a:srgbClr val="003366"/>
                </a:solidFill>
                <a:latin typeface="Lato"/>
                <a:ea typeface="Lato"/>
                <a:cs typeface="Lato"/>
              </a:defRPr>
            </a:defPPr>
            <a:lvl1pPr algn="ctr">
              <a:buNone/>
              <a:defRPr sz="1800" b="1">
                <a:solidFill>
                  <a:srgbClr val="003366"/>
                </a:solidFill>
                <a:latin typeface="Lato"/>
                <a:ea typeface="Lato"/>
                <a:cs typeface="Lato"/>
              </a:defRPr>
            </a:lvl1pPr>
            <a:lvl2pPr algn="ctr">
              <a:buNone/>
              <a:defRPr sz="1800" b="1">
                <a:solidFill>
                  <a:srgbClr val="003366"/>
                </a:solidFill>
                <a:latin typeface="Lato"/>
                <a:ea typeface="Lato"/>
                <a:cs typeface="Lato"/>
              </a:defRPr>
            </a:lvl2pPr>
            <a:lvl3pPr algn="ctr">
              <a:buNone/>
              <a:defRPr sz="1800" b="1">
                <a:solidFill>
                  <a:srgbClr val="003366"/>
                </a:solidFill>
                <a:latin typeface="Lato"/>
                <a:ea typeface="Lato"/>
                <a:cs typeface="Lato"/>
              </a:defRPr>
            </a:lvl3pPr>
            <a:lvl4pPr algn="ctr">
              <a:buNone/>
              <a:defRPr sz="1800" b="1">
                <a:solidFill>
                  <a:srgbClr val="003366"/>
                </a:solidFill>
                <a:latin typeface="Lato"/>
                <a:ea typeface="Lato"/>
                <a:cs typeface="Lato"/>
              </a:defRPr>
            </a:lvl4pPr>
            <a:lvl5pPr algn="ctr">
              <a:buNone/>
              <a:defRPr sz="1800" b="1">
                <a:solidFill>
                  <a:srgbClr val="003366"/>
                </a:solidFill>
                <a:latin typeface="Lato"/>
                <a:ea typeface="Lato"/>
                <a:cs typeface="Lato"/>
              </a:defRPr>
            </a:lvl5pPr>
            <a:lvl6pPr algn="ctr">
              <a:buNone/>
              <a:defRPr sz="1800" b="1">
                <a:solidFill>
                  <a:srgbClr val="003366"/>
                </a:solidFill>
                <a:latin typeface="Lato"/>
                <a:ea typeface="Lato"/>
                <a:cs typeface="Lato"/>
              </a:defRPr>
            </a:lvl6pPr>
            <a:lvl7pPr algn="ctr">
              <a:buNone/>
              <a:defRPr sz="1800" b="1">
                <a:solidFill>
                  <a:srgbClr val="003366"/>
                </a:solidFill>
                <a:latin typeface="Lato"/>
                <a:ea typeface="Lato"/>
                <a:cs typeface="Lato"/>
              </a:defRPr>
            </a:lvl7pPr>
            <a:lvl8pPr algn="ctr">
              <a:buNone/>
              <a:defRPr sz="1800" b="1">
                <a:solidFill>
                  <a:srgbClr val="003366"/>
                </a:solidFill>
                <a:latin typeface="Lato"/>
                <a:ea typeface="Lato"/>
                <a:cs typeface="Lato"/>
              </a:defRPr>
            </a:lvl8pPr>
            <a:lvl9pPr algn="ctr">
              <a:buNone/>
              <a:defRPr sz="1800" b="1">
                <a:solidFill>
                  <a:srgbClr val="003366"/>
                </a:solidFill>
                <a:latin typeface="Lato"/>
                <a:ea typeface="Lato"/>
                <a:cs typeface="Lato"/>
              </a:defRPr>
            </a:lvl9pPr>
          </a:lstStyle>
          <a:p>
            <a:pPr algn="ctr">
              <a:buNone/>
              <a:defRPr sz="1800" b="1">
                <a:solidFill>
                  <a:srgbClr val="003366"/>
                </a:solidFill>
                <a:latin typeface="Lato"/>
                <a:ea typeface="Lato"/>
                <a:cs typeface="Lato"/>
              </a:defRPr>
            </a:pPr>
            <a:r>
              <a:rPr sz="1800" b="1" dirty="0">
                <a:solidFill>
                  <a:srgbClr val="003366"/>
                </a:solidFill>
                <a:latin typeface="Lato"/>
                <a:ea typeface="Lato"/>
                <a:cs typeface="Lato"/>
              </a:rPr>
              <a:t>Backend Python</a:t>
            </a:r>
          </a:p>
          <a:p>
            <a:pPr algn="ctr">
              <a:buNone/>
              <a:defRPr sz="1800" b="1">
                <a:solidFill>
                  <a:srgbClr val="003366"/>
                </a:solidFill>
                <a:latin typeface="Lato"/>
                <a:ea typeface="Lato"/>
                <a:cs typeface="Lato"/>
              </a:defRPr>
            </a:pPr>
            <a:r>
              <a:rPr sz="1800" b="1" dirty="0">
                <a:solidFill>
                  <a:srgbClr val="003366"/>
                </a:solidFill>
                <a:latin typeface="Lato"/>
                <a:ea typeface="Lato"/>
                <a:cs typeface="Lato"/>
              </a:rPr>
              <a:t>MQTT + </a:t>
            </a:r>
            <a:r>
              <a:rPr sz="1800" b="1" dirty="0" err="1">
                <a:solidFill>
                  <a:srgbClr val="003366"/>
                </a:solidFill>
                <a:latin typeface="Lato"/>
                <a:ea typeface="Lato"/>
                <a:cs typeface="Lato"/>
              </a:rPr>
              <a:t>FastAPI</a:t>
            </a:r>
            <a:endParaRPr sz="1800" b="1" dirty="0">
              <a:solidFill>
                <a:srgbClr val="003366"/>
              </a:solidFill>
              <a:latin typeface="Lato"/>
              <a:ea typeface="Lato"/>
              <a:cs typeface="Lato"/>
            </a:endParaRPr>
          </a:p>
          <a:p>
            <a:pPr algn="ctr">
              <a:buNone/>
              <a:defRPr sz="1800" b="1">
                <a:solidFill>
                  <a:srgbClr val="003366"/>
                </a:solidFill>
                <a:latin typeface="Lato"/>
                <a:ea typeface="Lato"/>
                <a:cs typeface="Lato"/>
              </a:defRPr>
            </a:pPr>
            <a:r>
              <a:rPr sz="1800" b="1" dirty="0" err="1">
                <a:solidFill>
                  <a:srgbClr val="003366"/>
                </a:solidFill>
                <a:latin typeface="Lato"/>
                <a:ea typeface="Lato"/>
                <a:cs typeface="Lato"/>
              </a:rPr>
              <a:t>Quản</a:t>
            </a:r>
            <a:r>
              <a:rPr sz="1800" b="1" dirty="0">
                <a:solidFill>
                  <a:srgbClr val="003366"/>
                </a:solidFill>
                <a:latin typeface="Lato"/>
                <a:ea typeface="Lato"/>
                <a:cs typeface="Lato"/>
              </a:rPr>
              <a:t> </a:t>
            </a:r>
            <a:r>
              <a:rPr sz="1800" b="1" dirty="0" err="1">
                <a:solidFill>
                  <a:srgbClr val="003366"/>
                </a:solidFill>
                <a:latin typeface="Lato"/>
                <a:ea typeface="Lato"/>
                <a:cs typeface="Lato"/>
              </a:rPr>
              <a:t>lý</a:t>
            </a:r>
            <a:r>
              <a:rPr sz="1800" b="1" dirty="0">
                <a:solidFill>
                  <a:srgbClr val="003366"/>
                </a:solidFill>
                <a:latin typeface="Lato"/>
                <a:ea typeface="Lato"/>
                <a:cs typeface="Lato"/>
              </a:rPr>
              <a:t> </a:t>
            </a:r>
            <a:r>
              <a:rPr sz="1800" b="1" dirty="0" err="1">
                <a:solidFill>
                  <a:srgbClr val="003366"/>
                </a:solidFill>
                <a:latin typeface="Lato"/>
                <a:ea typeface="Lato"/>
                <a:cs typeface="Lato"/>
              </a:rPr>
              <a:t>sự</a:t>
            </a:r>
            <a:r>
              <a:rPr sz="1800" b="1" dirty="0">
                <a:solidFill>
                  <a:srgbClr val="003366"/>
                </a:solidFill>
                <a:latin typeface="Lato"/>
                <a:ea typeface="Lato"/>
                <a:cs typeface="Lato"/>
              </a:rPr>
              <a:t> </a:t>
            </a:r>
            <a:r>
              <a:rPr sz="1800" b="1" dirty="0" err="1">
                <a:solidFill>
                  <a:srgbClr val="003366"/>
                </a:solidFill>
                <a:latin typeface="Lato"/>
                <a:ea typeface="Lato"/>
                <a:cs typeface="Lato"/>
              </a:rPr>
              <a:t>cố</a:t>
            </a:r>
            <a:endParaRPr sz="1800" b="1" dirty="0">
              <a:solidFill>
                <a:srgbClr val="003366"/>
              </a:solidFill>
              <a:latin typeface="Lato"/>
              <a:ea typeface="Lato"/>
              <a:cs typeface="Lato"/>
            </a:endParaRPr>
          </a:p>
        </p:txBody>
      </p:sp>
      <p:sp>
        <p:nvSpPr>
          <p:cNvPr id="10" name="SQLite">
            <a:extLst>
              <a:ext uri="{FF2B5EF4-FFF2-40B4-BE49-F238E27FC236}">
                <a16:creationId xmlns:a16="http://schemas.microsoft.com/office/drawing/2014/main" id="{0A665BBD-6C0A-41F8-BB30-57022C6BC838}"/>
              </a:ext>
            </a:extLst>
          </p:cNvPr>
          <p:cNvSpPr>
            <a:spLocks noGrp="1"/>
          </p:cNvSpPr>
          <p:nvPr/>
        </p:nvSpPr>
        <p:spPr>
          <a:xfrm>
            <a:off x="6543675" y="4533900"/>
            <a:ext cx="1524000" cy="666750"/>
          </a:xfrm>
          <a:prstGeom prst="can">
            <a:avLst/>
          </a:prstGeom>
          <a:solidFill>
            <a:srgbClr val="FFFFFF"/>
          </a:solidFill>
          <a:ln w="17145">
            <a:solidFill>
              <a:srgbClr val="003366"/>
            </a:solidFill>
          </a:ln>
        </p:spPr>
        <p:txBody>
          <a:bodyPr wrap="square" lIns="114300" tIns="66675" rIns="114300" bIns="66675" anchor="ctr">
            <a:noAutofit/>
          </a:bodyPr>
          <a:lstStyle>
            <a:defPPr algn="ctr">
              <a:defRPr sz="2025" b="1">
                <a:solidFill>
                  <a:srgbClr val="003366"/>
                </a:solidFill>
                <a:latin typeface="Lato"/>
                <a:ea typeface="Lato"/>
                <a:cs typeface="Lato"/>
              </a:defRPr>
            </a:defPPr>
            <a:lvl1pPr algn="ctr">
              <a:buNone/>
              <a:defRPr sz="2025" b="1">
                <a:solidFill>
                  <a:srgbClr val="003366"/>
                </a:solidFill>
                <a:latin typeface="Lato"/>
                <a:ea typeface="Lato"/>
                <a:cs typeface="Lato"/>
              </a:defRPr>
            </a:lvl1pPr>
            <a:lvl2pPr algn="ctr">
              <a:buNone/>
              <a:defRPr sz="2025" b="1">
                <a:solidFill>
                  <a:srgbClr val="003366"/>
                </a:solidFill>
                <a:latin typeface="Lato"/>
                <a:ea typeface="Lato"/>
                <a:cs typeface="Lato"/>
              </a:defRPr>
            </a:lvl2pPr>
            <a:lvl3pPr algn="ctr">
              <a:buNone/>
              <a:defRPr sz="2025" b="1">
                <a:solidFill>
                  <a:srgbClr val="003366"/>
                </a:solidFill>
                <a:latin typeface="Lato"/>
                <a:ea typeface="Lato"/>
                <a:cs typeface="Lato"/>
              </a:defRPr>
            </a:lvl3pPr>
            <a:lvl4pPr algn="ctr">
              <a:buNone/>
              <a:defRPr sz="2025" b="1">
                <a:solidFill>
                  <a:srgbClr val="003366"/>
                </a:solidFill>
                <a:latin typeface="Lato"/>
                <a:ea typeface="Lato"/>
                <a:cs typeface="Lato"/>
              </a:defRPr>
            </a:lvl4pPr>
            <a:lvl5pPr algn="ctr">
              <a:buNone/>
              <a:defRPr sz="2025" b="1">
                <a:solidFill>
                  <a:srgbClr val="003366"/>
                </a:solidFill>
                <a:latin typeface="Lato"/>
                <a:ea typeface="Lato"/>
                <a:cs typeface="Lato"/>
              </a:defRPr>
            </a:lvl5pPr>
            <a:lvl6pPr algn="ctr">
              <a:buNone/>
              <a:defRPr sz="2025" b="1">
                <a:solidFill>
                  <a:srgbClr val="003366"/>
                </a:solidFill>
                <a:latin typeface="Lato"/>
                <a:ea typeface="Lato"/>
                <a:cs typeface="Lato"/>
              </a:defRPr>
            </a:lvl6pPr>
            <a:lvl7pPr algn="ctr">
              <a:buNone/>
              <a:defRPr sz="2025" b="1">
                <a:solidFill>
                  <a:srgbClr val="003366"/>
                </a:solidFill>
                <a:latin typeface="Lato"/>
                <a:ea typeface="Lato"/>
                <a:cs typeface="Lato"/>
              </a:defRPr>
            </a:lvl7pPr>
            <a:lvl8pPr algn="ctr">
              <a:buNone/>
              <a:defRPr sz="2025" b="1">
                <a:solidFill>
                  <a:srgbClr val="003366"/>
                </a:solidFill>
                <a:latin typeface="Lato"/>
                <a:ea typeface="Lato"/>
                <a:cs typeface="Lato"/>
              </a:defRPr>
            </a:lvl8pPr>
            <a:lvl9pPr algn="ctr">
              <a:buNone/>
              <a:defRPr sz="2025" b="1">
                <a:solidFill>
                  <a:srgbClr val="003366"/>
                </a:solidFill>
                <a:latin typeface="Lato"/>
                <a:ea typeface="Lato"/>
                <a:cs typeface="Lato"/>
              </a:defRPr>
            </a:lvl9pPr>
          </a:lstStyle>
          <a:p>
            <a:pPr algn="ctr">
              <a:buNone/>
              <a:defRPr sz="2025" b="1">
                <a:solidFill>
                  <a:srgbClr val="003366"/>
                </a:solidFill>
                <a:latin typeface="Lato"/>
                <a:ea typeface="Lato"/>
                <a:cs typeface="Lato"/>
              </a:defRPr>
            </a:pPr>
            <a:r>
              <a:rPr lang="en-US" sz="2025" b="1" dirty="0">
                <a:solidFill>
                  <a:srgbClr val="003366"/>
                </a:solidFill>
                <a:latin typeface="Lato"/>
                <a:ea typeface="Lato"/>
                <a:cs typeface="Lato"/>
              </a:rPr>
              <a:t>My SQL</a:t>
            </a:r>
            <a:endParaRPr sz="2025" b="1" dirty="0">
              <a:solidFill>
                <a:srgbClr val="003366"/>
              </a:solidFill>
              <a:latin typeface="Lato"/>
              <a:ea typeface="Lato"/>
              <a:cs typeface="Lato"/>
            </a:endParaRPr>
          </a:p>
        </p:txBody>
      </p:sp>
      <p:sp>
        <p:nvSpPr>
          <p:cNvPr id="11" name="Website Truy cập theo quyền">
            <a:extLst>
              <a:ext uri="{FF2B5EF4-FFF2-40B4-BE49-F238E27FC236}">
                <a16:creationId xmlns:a16="http://schemas.microsoft.com/office/drawing/2014/main" id="{E3C190C9-C376-45E6-BAC3-83DCF21AA181}"/>
              </a:ext>
            </a:extLst>
          </p:cNvPr>
          <p:cNvSpPr>
            <a:spLocks noGrp="1"/>
          </p:cNvSpPr>
          <p:nvPr/>
        </p:nvSpPr>
        <p:spPr>
          <a:xfrm>
            <a:off x="9525000" y="1819275"/>
            <a:ext cx="2019300" cy="952500"/>
          </a:xfrm>
          <a:prstGeom prst="roundRect">
            <a:avLst>
              <a:gd name="adj" fmla="val 10000"/>
            </a:avLst>
          </a:prstGeom>
          <a:solidFill>
            <a:srgbClr val="FFFFFF"/>
          </a:solidFill>
          <a:ln w="17145">
            <a:solidFill>
              <a:srgbClr val="003366"/>
            </a:solidFill>
          </a:ln>
        </p:spPr>
        <p:txBody>
          <a:bodyPr wrap="square" lIns="114300" tIns="66675" rIns="114300" bIns="66675" anchor="ctr">
            <a:noAutofit/>
          </a:bodyPr>
          <a:lstStyle>
            <a:defPPr algn="ctr">
              <a:defRPr sz="1800" b="1">
                <a:solidFill>
                  <a:srgbClr val="003366"/>
                </a:solidFill>
                <a:latin typeface="Lato"/>
                <a:ea typeface="Lato"/>
                <a:cs typeface="Lato"/>
              </a:defRPr>
            </a:defPPr>
            <a:lvl1pPr algn="ctr">
              <a:buNone/>
              <a:defRPr sz="1800" b="1">
                <a:solidFill>
                  <a:srgbClr val="003366"/>
                </a:solidFill>
                <a:latin typeface="Lato"/>
                <a:ea typeface="Lato"/>
                <a:cs typeface="Lato"/>
              </a:defRPr>
            </a:lvl1pPr>
            <a:lvl2pPr algn="ctr">
              <a:buNone/>
              <a:defRPr sz="1800" b="1">
                <a:solidFill>
                  <a:srgbClr val="003366"/>
                </a:solidFill>
                <a:latin typeface="Lato"/>
                <a:ea typeface="Lato"/>
                <a:cs typeface="Lato"/>
              </a:defRPr>
            </a:lvl2pPr>
            <a:lvl3pPr algn="ctr">
              <a:buNone/>
              <a:defRPr sz="1800" b="1">
                <a:solidFill>
                  <a:srgbClr val="003366"/>
                </a:solidFill>
                <a:latin typeface="Lato"/>
                <a:ea typeface="Lato"/>
                <a:cs typeface="Lato"/>
              </a:defRPr>
            </a:lvl3pPr>
            <a:lvl4pPr algn="ctr">
              <a:buNone/>
              <a:defRPr sz="1800" b="1">
                <a:solidFill>
                  <a:srgbClr val="003366"/>
                </a:solidFill>
                <a:latin typeface="Lato"/>
                <a:ea typeface="Lato"/>
                <a:cs typeface="Lato"/>
              </a:defRPr>
            </a:lvl4pPr>
            <a:lvl5pPr algn="ctr">
              <a:buNone/>
              <a:defRPr sz="1800" b="1">
                <a:solidFill>
                  <a:srgbClr val="003366"/>
                </a:solidFill>
                <a:latin typeface="Lato"/>
                <a:ea typeface="Lato"/>
                <a:cs typeface="Lato"/>
              </a:defRPr>
            </a:lvl5pPr>
            <a:lvl6pPr algn="ctr">
              <a:buNone/>
              <a:defRPr sz="1800" b="1">
                <a:solidFill>
                  <a:srgbClr val="003366"/>
                </a:solidFill>
                <a:latin typeface="Lato"/>
                <a:ea typeface="Lato"/>
                <a:cs typeface="Lato"/>
              </a:defRPr>
            </a:lvl6pPr>
            <a:lvl7pPr algn="ctr">
              <a:buNone/>
              <a:defRPr sz="1800" b="1">
                <a:solidFill>
                  <a:srgbClr val="003366"/>
                </a:solidFill>
                <a:latin typeface="Lato"/>
                <a:ea typeface="Lato"/>
                <a:cs typeface="Lato"/>
              </a:defRPr>
            </a:lvl7pPr>
            <a:lvl8pPr algn="ctr">
              <a:buNone/>
              <a:defRPr sz="1800" b="1">
                <a:solidFill>
                  <a:srgbClr val="003366"/>
                </a:solidFill>
                <a:latin typeface="Lato"/>
                <a:ea typeface="Lato"/>
                <a:cs typeface="Lato"/>
              </a:defRPr>
            </a:lvl8pPr>
            <a:lvl9pPr algn="ctr">
              <a:buNone/>
              <a:defRPr sz="1800" b="1">
                <a:solidFill>
                  <a:srgbClr val="003366"/>
                </a:solidFill>
                <a:latin typeface="Lato"/>
                <a:ea typeface="Lato"/>
                <a:cs typeface="Lato"/>
              </a:defRPr>
            </a:lvl9pPr>
          </a:lstStyle>
          <a:p>
            <a:pPr algn="ctr">
              <a:buNone/>
              <a:defRPr sz="1800" b="1">
                <a:solidFill>
                  <a:srgbClr val="003366"/>
                </a:solidFill>
                <a:latin typeface="Lato"/>
                <a:ea typeface="Lato"/>
                <a:cs typeface="Lato"/>
              </a:defRPr>
            </a:pPr>
            <a:r>
              <a:rPr sz="1800" b="1">
                <a:solidFill>
                  <a:srgbClr val="003366"/>
                </a:solidFill>
                <a:latin typeface="Lato"/>
                <a:ea typeface="Lato"/>
                <a:cs typeface="Lato"/>
              </a:rPr>
              <a:t>Website</a:t>
            </a:r>
          </a:p>
          <a:p>
            <a:pPr algn="ctr">
              <a:buNone/>
              <a:defRPr sz="1800" b="1">
                <a:solidFill>
                  <a:srgbClr val="003366"/>
                </a:solidFill>
                <a:latin typeface="Lato"/>
                <a:ea typeface="Lato"/>
                <a:cs typeface="Lato"/>
              </a:defRPr>
            </a:pPr>
            <a:r>
              <a:rPr sz="1800" b="1">
                <a:solidFill>
                  <a:srgbClr val="003366"/>
                </a:solidFill>
                <a:latin typeface="Lato"/>
                <a:ea typeface="Lato"/>
                <a:cs typeface="Lato"/>
              </a:rPr>
              <a:t>Truy cập theo quyền</a:t>
            </a:r>
          </a:p>
        </p:txBody>
      </p:sp>
      <p:sp>
        <p:nvSpPr>
          <p:cNvPr id="12" name="Kênh thông báo đến điện thoại">
            <a:extLst>
              <a:ext uri="{FF2B5EF4-FFF2-40B4-BE49-F238E27FC236}">
                <a16:creationId xmlns:a16="http://schemas.microsoft.com/office/drawing/2014/main" id="{466CAF8C-910E-4390-8F36-071B5A3CFA05}"/>
              </a:ext>
            </a:extLst>
          </p:cNvPr>
          <p:cNvSpPr>
            <a:spLocks noGrp="1"/>
          </p:cNvSpPr>
          <p:nvPr/>
        </p:nvSpPr>
        <p:spPr>
          <a:xfrm>
            <a:off x="9525000" y="4010025"/>
            <a:ext cx="2019300" cy="952500"/>
          </a:xfrm>
          <a:prstGeom prst="roundRect">
            <a:avLst>
              <a:gd name="adj" fmla="val 10000"/>
            </a:avLst>
          </a:prstGeom>
          <a:solidFill>
            <a:srgbClr val="FFFFFF"/>
          </a:solidFill>
          <a:ln w="17145">
            <a:solidFill>
              <a:srgbClr val="003366"/>
            </a:solidFill>
          </a:ln>
        </p:spPr>
        <p:txBody>
          <a:bodyPr wrap="square" lIns="114300" tIns="66675" rIns="114300" bIns="66675" anchor="ctr">
            <a:noAutofit/>
          </a:bodyPr>
          <a:lstStyle>
            <a:defPPr algn="ctr">
              <a:defRPr sz="1875" b="1">
                <a:solidFill>
                  <a:srgbClr val="003366"/>
                </a:solidFill>
                <a:latin typeface="Lato"/>
                <a:ea typeface="Lato"/>
                <a:cs typeface="Lato"/>
              </a:defRPr>
            </a:defPPr>
            <a:lvl1pPr algn="ctr">
              <a:buNone/>
              <a:defRPr sz="1875" b="1">
                <a:solidFill>
                  <a:srgbClr val="003366"/>
                </a:solidFill>
                <a:latin typeface="Lato"/>
                <a:ea typeface="Lato"/>
                <a:cs typeface="Lato"/>
              </a:defRPr>
            </a:lvl1pPr>
            <a:lvl2pPr algn="ctr">
              <a:buNone/>
              <a:defRPr sz="1875" b="1">
                <a:solidFill>
                  <a:srgbClr val="003366"/>
                </a:solidFill>
                <a:latin typeface="Lato"/>
                <a:ea typeface="Lato"/>
                <a:cs typeface="Lato"/>
              </a:defRPr>
            </a:lvl2pPr>
            <a:lvl3pPr algn="ctr">
              <a:buNone/>
              <a:defRPr sz="1875" b="1">
                <a:solidFill>
                  <a:srgbClr val="003366"/>
                </a:solidFill>
                <a:latin typeface="Lato"/>
                <a:ea typeface="Lato"/>
                <a:cs typeface="Lato"/>
              </a:defRPr>
            </a:lvl3pPr>
            <a:lvl4pPr algn="ctr">
              <a:buNone/>
              <a:defRPr sz="1875" b="1">
                <a:solidFill>
                  <a:srgbClr val="003366"/>
                </a:solidFill>
                <a:latin typeface="Lato"/>
                <a:ea typeface="Lato"/>
                <a:cs typeface="Lato"/>
              </a:defRPr>
            </a:lvl4pPr>
            <a:lvl5pPr algn="ctr">
              <a:buNone/>
              <a:defRPr sz="1875" b="1">
                <a:solidFill>
                  <a:srgbClr val="003366"/>
                </a:solidFill>
                <a:latin typeface="Lato"/>
                <a:ea typeface="Lato"/>
                <a:cs typeface="Lato"/>
              </a:defRPr>
            </a:lvl5pPr>
            <a:lvl6pPr algn="ctr">
              <a:buNone/>
              <a:defRPr sz="1875" b="1">
                <a:solidFill>
                  <a:srgbClr val="003366"/>
                </a:solidFill>
                <a:latin typeface="Lato"/>
                <a:ea typeface="Lato"/>
                <a:cs typeface="Lato"/>
              </a:defRPr>
            </a:lvl6pPr>
            <a:lvl7pPr algn="ctr">
              <a:buNone/>
              <a:defRPr sz="1875" b="1">
                <a:solidFill>
                  <a:srgbClr val="003366"/>
                </a:solidFill>
                <a:latin typeface="Lato"/>
                <a:ea typeface="Lato"/>
                <a:cs typeface="Lato"/>
              </a:defRPr>
            </a:lvl7pPr>
            <a:lvl8pPr algn="ctr">
              <a:buNone/>
              <a:defRPr sz="1875" b="1">
                <a:solidFill>
                  <a:srgbClr val="003366"/>
                </a:solidFill>
                <a:latin typeface="Lato"/>
                <a:ea typeface="Lato"/>
                <a:cs typeface="Lato"/>
              </a:defRPr>
            </a:lvl8pPr>
            <a:lvl9pPr algn="ctr">
              <a:buNone/>
              <a:defRPr sz="1875" b="1">
                <a:solidFill>
                  <a:srgbClr val="003366"/>
                </a:solidFill>
                <a:latin typeface="Lato"/>
                <a:ea typeface="Lato"/>
                <a:cs typeface="Lato"/>
              </a:defRPr>
            </a:lvl9pPr>
          </a:lstStyle>
          <a:p>
            <a:pPr algn="ctr">
              <a:buNone/>
              <a:defRPr sz="1875" b="1">
                <a:solidFill>
                  <a:srgbClr val="003366"/>
                </a:solidFill>
                <a:latin typeface="Lato"/>
                <a:ea typeface="Lato"/>
                <a:cs typeface="Lato"/>
              </a:defRPr>
            </a:pPr>
            <a:r>
              <a:rPr sz="1875" b="1">
                <a:solidFill>
                  <a:srgbClr val="003366"/>
                </a:solidFill>
                <a:latin typeface="Lato"/>
                <a:ea typeface="Lato"/>
                <a:cs typeface="Lato"/>
              </a:rPr>
              <a:t>Telegram</a:t>
            </a:r>
          </a:p>
          <a:p>
            <a:pPr algn="ctr">
              <a:buNone/>
              <a:defRPr sz="1875" b="1">
                <a:solidFill>
                  <a:srgbClr val="003366"/>
                </a:solidFill>
                <a:latin typeface="Lato"/>
                <a:ea typeface="Lato"/>
                <a:cs typeface="Lato"/>
              </a:defRPr>
            </a:pPr>
            <a:r>
              <a:rPr sz="1875" b="1">
                <a:solidFill>
                  <a:srgbClr val="003366"/>
                </a:solidFill>
                <a:latin typeface="Lato"/>
                <a:ea typeface="Lato"/>
                <a:cs typeface="Lato"/>
              </a:rPr>
              <a:t>trên điện thoại</a:t>
            </a:r>
          </a:p>
        </p:txBody>
      </p:sp>
      <p:cxnSp>
        <p:nvCxnSpPr>
          <p:cNvPr id="13" name="Diagram connection">
            <a:extLst>
              <a:ext uri="{FF2B5EF4-FFF2-40B4-BE49-F238E27FC236}">
                <a16:creationId xmlns:a16="http://schemas.microsoft.com/office/drawing/2014/main" id="{F9D347EA-7EF2-4D8D-93C7-D2A005DBFDFF}"/>
              </a:ext>
            </a:extLst>
          </p:cNvPr>
          <p:cNvCxnSpPr/>
          <p:nvPr/>
        </p:nvCxnSpPr>
        <p:spPr>
          <a:xfrm>
            <a:off x="2800350" y="2371725"/>
            <a:ext cx="371475" cy="0"/>
          </a:xfrm>
          <a:prstGeom prst="straightConnector1">
            <a:avLst/>
          </a:prstGeom>
          <a:ln w="17145">
            <a:solidFill>
              <a:srgbClr val="888888"/>
            </a:solidFill>
            <a:prstDash val="solid"/>
          </a:ln>
        </p:spPr>
      </p:cxnSp>
      <p:cxnSp>
        <p:nvCxnSpPr>
          <p:cNvPr id="14" name="Diagram connection">
            <a:extLst>
              <a:ext uri="{FF2B5EF4-FFF2-40B4-BE49-F238E27FC236}">
                <a16:creationId xmlns:a16="http://schemas.microsoft.com/office/drawing/2014/main" id="{60E1BD6D-CAC5-4967-8B79-CE470EBDE0E8}"/>
              </a:ext>
            </a:extLst>
          </p:cNvPr>
          <p:cNvCxnSpPr/>
          <p:nvPr/>
        </p:nvCxnSpPr>
        <p:spPr>
          <a:xfrm>
            <a:off x="3171825" y="2371725"/>
            <a:ext cx="0" cy="847725"/>
          </a:xfrm>
          <a:prstGeom prst="straightConnector1">
            <a:avLst/>
          </a:prstGeom>
          <a:ln w="17145">
            <a:solidFill>
              <a:srgbClr val="888888"/>
            </a:solidFill>
            <a:prstDash val="solid"/>
          </a:ln>
        </p:spPr>
      </p:cxnSp>
      <p:cxnSp>
        <p:nvCxnSpPr>
          <p:cNvPr id="15" name="Diagram connection">
            <a:extLst>
              <a:ext uri="{FF2B5EF4-FFF2-40B4-BE49-F238E27FC236}">
                <a16:creationId xmlns:a16="http://schemas.microsoft.com/office/drawing/2014/main" id="{ECDA0E00-F0E2-4F68-9FC3-85B730894574}"/>
              </a:ext>
            </a:extLst>
          </p:cNvPr>
          <p:cNvCxnSpPr/>
          <p:nvPr/>
        </p:nvCxnSpPr>
        <p:spPr>
          <a:xfrm>
            <a:off x="3171825" y="3219450"/>
            <a:ext cx="571500" cy="0"/>
          </a:xfrm>
          <a:prstGeom prst="straightConnector1">
            <a:avLst/>
          </a:prstGeom>
          <a:ln w="17145">
            <a:solidFill>
              <a:srgbClr val="888888"/>
            </a:solidFill>
            <a:prstDash val="solid"/>
            <a:tailEnd type="triangle" w="sm" len="sm"/>
          </a:ln>
        </p:spPr>
      </p:cxnSp>
      <p:cxnSp>
        <p:nvCxnSpPr>
          <p:cNvPr id="16" name="Diagram connection">
            <a:extLst>
              <a:ext uri="{FF2B5EF4-FFF2-40B4-BE49-F238E27FC236}">
                <a16:creationId xmlns:a16="http://schemas.microsoft.com/office/drawing/2014/main" id="{3E0403F9-8707-4162-B067-FE53CC0BA00B}"/>
              </a:ext>
            </a:extLst>
          </p:cNvPr>
          <p:cNvCxnSpPr/>
          <p:nvPr/>
        </p:nvCxnSpPr>
        <p:spPr>
          <a:xfrm>
            <a:off x="2800350" y="2371725"/>
            <a:ext cx="371475" cy="0"/>
          </a:xfrm>
          <a:prstGeom prst="straightConnector1">
            <a:avLst/>
          </a:prstGeom>
          <a:ln w="17145">
            <a:solidFill>
              <a:srgbClr val="888888"/>
            </a:solidFill>
            <a:prstDash val="solid"/>
            <a:headEnd type="triangle" w="sm" len="sm"/>
          </a:ln>
        </p:spPr>
      </p:cxnSp>
      <p:cxnSp>
        <p:nvCxnSpPr>
          <p:cNvPr id="17" name="Diagram connection">
            <a:extLst>
              <a:ext uri="{FF2B5EF4-FFF2-40B4-BE49-F238E27FC236}">
                <a16:creationId xmlns:a16="http://schemas.microsoft.com/office/drawing/2014/main" id="{5B361844-A281-4EB8-A510-35DF736F87B8}"/>
              </a:ext>
            </a:extLst>
          </p:cNvPr>
          <p:cNvCxnSpPr/>
          <p:nvPr/>
        </p:nvCxnSpPr>
        <p:spPr>
          <a:xfrm>
            <a:off x="2800350" y="4248150"/>
            <a:ext cx="371475" cy="0"/>
          </a:xfrm>
          <a:prstGeom prst="straightConnector1">
            <a:avLst/>
          </a:prstGeom>
          <a:ln w="17145">
            <a:solidFill>
              <a:srgbClr val="888888"/>
            </a:solidFill>
            <a:prstDash val="solid"/>
          </a:ln>
        </p:spPr>
      </p:cxnSp>
      <p:cxnSp>
        <p:nvCxnSpPr>
          <p:cNvPr id="18" name="Diagram connection">
            <a:extLst>
              <a:ext uri="{FF2B5EF4-FFF2-40B4-BE49-F238E27FC236}">
                <a16:creationId xmlns:a16="http://schemas.microsoft.com/office/drawing/2014/main" id="{0E9D6A30-C6D3-430A-8031-38F6D0BB4CF7}"/>
              </a:ext>
            </a:extLst>
          </p:cNvPr>
          <p:cNvCxnSpPr/>
          <p:nvPr/>
        </p:nvCxnSpPr>
        <p:spPr>
          <a:xfrm>
            <a:off x="3171825" y="3219450"/>
            <a:ext cx="0" cy="1028700"/>
          </a:xfrm>
          <a:prstGeom prst="straightConnector1">
            <a:avLst/>
          </a:prstGeom>
          <a:ln w="17145">
            <a:solidFill>
              <a:srgbClr val="888888"/>
            </a:solidFill>
            <a:prstDash val="solid"/>
          </a:ln>
        </p:spPr>
      </p:cxnSp>
      <p:cxnSp>
        <p:nvCxnSpPr>
          <p:cNvPr id="19" name="Diagram connection">
            <a:extLst>
              <a:ext uri="{FF2B5EF4-FFF2-40B4-BE49-F238E27FC236}">
                <a16:creationId xmlns:a16="http://schemas.microsoft.com/office/drawing/2014/main" id="{434AEED9-0076-4572-BFCB-0E5B29A6BFA0}"/>
              </a:ext>
            </a:extLst>
          </p:cNvPr>
          <p:cNvCxnSpPr/>
          <p:nvPr/>
        </p:nvCxnSpPr>
        <p:spPr>
          <a:xfrm>
            <a:off x="3171825" y="3219450"/>
            <a:ext cx="571500" cy="0"/>
          </a:xfrm>
          <a:prstGeom prst="straightConnector1">
            <a:avLst/>
          </a:prstGeom>
          <a:ln w="17145">
            <a:solidFill>
              <a:srgbClr val="888888"/>
            </a:solidFill>
            <a:prstDash val="solid"/>
            <a:tailEnd type="triangle" w="sm" len="sm"/>
          </a:ln>
        </p:spPr>
      </p:cxnSp>
      <p:cxnSp>
        <p:nvCxnSpPr>
          <p:cNvPr id="20" name="Diagram connection">
            <a:extLst>
              <a:ext uri="{FF2B5EF4-FFF2-40B4-BE49-F238E27FC236}">
                <a16:creationId xmlns:a16="http://schemas.microsoft.com/office/drawing/2014/main" id="{B554668A-2F17-439B-BBB7-593B7A7CA68F}"/>
              </a:ext>
            </a:extLst>
          </p:cNvPr>
          <p:cNvCxnSpPr/>
          <p:nvPr/>
        </p:nvCxnSpPr>
        <p:spPr>
          <a:xfrm>
            <a:off x="2800350" y="4248150"/>
            <a:ext cx="371475" cy="0"/>
          </a:xfrm>
          <a:prstGeom prst="straightConnector1">
            <a:avLst/>
          </a:prstGeom>
          <a:ln w="17145">
            <a:solidFill>
              <a:srgbClr val="888888"/>
            </a:solidFill>
            <a:prstDash val="solid"/>
            <a:headEnd type="triangle" w="sm" len="sm"/>
          </a:ln>
        </p:spPr>
      </p:cxnSp>
      <p:sp>
        <p:nvSpPr>
          <p:cNvPr id="21" name="MQTT Wi-Fi">
            <a:extLst>
              <a:ext uri="{FF2B5EF4-FFF2-40B4-BE49-F238E27FC236}">
                <a16:creationId xmlns:a16="http://schemas.microsoft.com/office/drawing/2014/main" id="{BC442716-B210-41FF-B11C-76F4F453591E}"/>
              </a:ext>
            </a:extLst>
          </p:cNvPr>
          <p:cNvSpPr>
            <a:spLocks noGrp="1"/>
          </p:cNvSpPr>
          <p:nvPr/>
        </p:nvSpPr>
        <p:spPr>
          <a:xfrm>
            <a:off x="2857500" y="1895475"/>
            <a:ext cx="828675" cy="571500"/>
          </a:xfrm>
          <a:prstGeom prst="rect">
            <a:avLst/>
          </a:prstGeom>
          <a:noFill/>
          <a:ln w="0">
            <a:noFill/>
          </a:ln>
        </p:spPr>
        <p:txBody>
          <a:bodyPr wrap="square" lIns="0" tIns="0" rIns="0" bIns="0" anchor="t">
            <a:noAutofit/>
          </a:bodyPr>
          <a:lstStyle>
            <a:defPPr algn="ctr">
              <a:defRPr sz="1575" b="0">
                <a:solidFill>
                  <a:srgbClr val="003366"/>
                </a:solidFill>
                <a:latin typeface="Lato"/>
                <a:ea typeface="Lato"/>
                <a:cs typeface="Lato"/>
              </a:defRPr>
            </a:defPPr>
            <a:lvl1pPr algn="ctr">
              <a:buNone/>
              <a:defRPr sz="1575" b="0">
                <a:solidFill>
                  <a:srgbClr val="003366"/>
                </a:solidFill>
                <a:latin typeface="Lato"/>
                <a:ea typeface="Lato"/>
                <a:cs typeface="Lato"/>
              </a:defRPr>
            </a:lvl1pPr>
            <a:lvl2pPr algn="ctr">
              <a:buNone/>
              <a:defRPr sz="1575" b="0">
                <a:solidFill>
                  <a:srgbClr val="003366"/>
                </a:solidFill>
                <a:latin typeface="Lato"/>
                <a:ea typeface="Lato"/>
                <a:cs typeface="Lato"/>
              </a:defRPr>
            </a:lvl2pPr>
            <a:lvl3pPr algn="ctr">
              <a:buNone/>
              <a:defRPr sz="1575" b="0">
                <a:solidFill>
                  <a:srgbClr val="003366"/>
                </a:solidFill>
                <a:latin typeface="Lato"/>
                <a:ea typeface="Lato"/>
                <a:cs typeface="Lato"/>
              </a:defRPr>
            </a:lvl3pPr>
            <a:lvl4pPr algn="ctr">
              <a:buNone/>
              <a:defRPr sz="1575" b="0">
                <a:solidFill>
                  <a:srgbClr val="003366"/>
                </a:solidFill>
                <a:latin typeface="Lato"/>
                <a:ea typeface="Lato"/>
                <a:cs typeface="Lato"/>
              </a:defRPr>
            </a:lvl4pPr>
            <a:lvl5pPr algn="ctr">
              <a:buNone/>
              <a:defRPr sz="1575" b="0">
                <a:solidFill>
                  <a:srgbClr val="003366"/>
                </a:solidFill>
                <a:latin typeface="Lato"/>
                <a:ea typeface="Lato"/>
                <a:cs typeface="Lato"/>
              </a:defRPr>
            </a:lvl5pPr>
            <a:lvl6pPr algn="ctr">
              <a:buNone/>
              <a:defRPr sz="1575" b="0">
                <a:solidFill>
                  <a:srgbClr val="003366"/>
                </a:solidFill>
                <a:latin typeface="Lato"/>
                <a:ea typeface="Lato"/>
                <a:cs typeface="Lato"/>
              </a:defRPr>
            </a:lvl6pPr>
            <a:lvl7pPr algn="ctr">
              <a:buNone/>
              <a:defRPr sz="1575" b="0">
                <a:solidFill>
                  <a:srgbClr val="003366"/>
                </a:solidFill>
                <a:latin typeface="Lato"/>
                <a:ea typeface="Lato"/>
                <a:cs typeface="Lato"/>
              </a:defRPr>
            </a:lvl7pPr>
            <a:lvl8pPr algn="ctr">
              <a:buNone/>
              <a:defRPr sz="1575" b="0">
                <a:solidFill>
                  <a:srgbClr val="003366"/>
                </a:solidFill>
                <a:latin typeface="Lato"/>
                <a:ea typeface="Lato"/>
                <a:cs typeface="Lato"/>
              </a:defRPr>
            </a:lvl8pPr>
            <a:lvl9pPr algn="ctr">
              <a:buNone/>
              <a:defRPr sz="1575" b="0">
                <a:solidFill>
                  <a:srgbClr val="003366"/>
                </a:solidFill>
                <a:latin typeface="Lato"/>
                <a:ea typeface="Lato"/>
                <a:cs typeface="Lato"/>
              </a:defRPr>
            </a:lvl9pPr>
          </a:lstStyle>
          <a:p>
            <a:pPr algn="ctr">
              <a:buNone/>
              <a:defRPr sz="1575" b="0">
                <a:solidFill>
                  <a:srgbClr val="003366"/>
                </a:solidFill>
                <a:latin typeface="Lato"/>
                <a:ea typeface="Lato"/>
                <a:cs typeface="Lato"/>
              </a:defRPr>
            </a:pPr>
            <a:r>
              <a:rPr sz="1575" b="0">
                <a:solidFill>
                  <a:srgbClr val="003366"/>
                </a:solidFill>
                <a:latin typeface="Lato"/>
                <a:ea typeface="Lato"/>
                <a:cs typeface="Lato"/>
              </a:rPr>
              <a:t>MQTT</a:t>
            </a:r>
          </a:p>
          <a:p>
            <a:pPr algn="ctr">
              <a:buNone/>
              <a:defRPr sz="1575" b="0">
                <a:solidFill>
                  <a:srgbClr val="003366"/>
                </a:solidFill>
                <a:latin typeface="Lato"/>
                <a:ea typeface="Lato"/>
                <a:cs typeface="Lato"/>
              </a:defRPr>
            </a:pPr>
            <a:r>
              <a:rPr sz="1575" b="0">
                <a:solidFill>
                  <a:srgbClr val="003366"/>
                </a:solidFill>
                <a:latin typeface="Lato"/>
                <a:ea typeface="Lato"/>
                <a:cs typeface="Lato"/>
              </a:rPr>
              <a:t>Wi-Fi</a:t>
            </a:r>
          </a:p>
        </p:txBody>
      </p:sp>
      <p:sp>
        <p:nvSpPr>
          <p:cNvPr id="22" name="MQTT Wi-Fi">
            <a:extLst>
              <a:ext uri="{FF2B5EF4-FFF2-40B4-BE49-F238E27FC236}">
                <a16:creationId xmlns:a16="http://schemas.microsoft.com/office/drawing/2014/main" id="{F5F6FB8D-E00E-4CFF-8DEA-7D11BB2578AB}"/>
              </a:ext>
            </a:extLst>
          </p:cNvPr>
          <p:cNvSpPr>
            <a:spLocks noGrp="1"/>
          </p:cNvSpPr>
          <p:nvPr/>
        </p:nvSpPr>
        <p:spPr>
          <a:xfrm>
            <a:off x="2857500" y="4324350"/>
            <a:ext cx="828675" cy="571500"/>
          </a:xfrm>
          <a:prstGeom prst="rect">
            <a:avLst/>
          </a:prstGeom>
          <a:noFill/>
          <a:ln w="0">
            <a:noFill/>
          </a:ln>
        </p:spPr>
        <p:txBody>
          <a:bodyPr wrap="square" lIns="0" tIns="0" rIns="0" bIns="0" anchor="t">
            <a:noAutofit/>
          </a:bodyPr>
          <a:lstStyle>
            <a:defPPr algn="ctr">
              <a:defRPr sz="1575" b="0">
                <a:solidFill>
                  <a:srgbClr val="003366"/>
                </a:solidFill>
                <a:latin typeface="Lato"/>
                <a:ea typeface="Lato"/>
                <a:cs typeface="Lato"/>
              </a:defRPr>
            </a:defPPr>
            <a:lvl1pPr algn="ctr">
              <a:buNone/>
              <a:defRPr sz="1575" b="0">
                <a:solidFill>
                  <a:srgbClr val="003366"/>
                </a:solidFill>
                <a:latin typeface="Lato"/>
                <a:ea typeface="Lato"/>
                <a:cs typeface="Lato"/>
              </a:defRPr>
            </a:lvl1pPr>
            <a:lvl2pPr algn="ctr">
              <a:buNone/>
              <a:defRPr sz="1575" b="0">
                <a:solidFill>
                  <a:srgbClr val="003366"/>
                </a:solidFill>
                <a:latin typeface="Lato"/>
                <a:ea typeface="Lato"/>
                <a:cs typeface="Lato"/>
              </a:defRPr>
            </a:lvl2pPr>
            <a:lvl3pPr algn="ctr">
              <a:buNone/>
              <a:defRPr sz="1575" b="0">
                <a:solidFill>
                  <a:srgbClr val="003366"/>
                </a:solidFill>
                <a:latin typeface="Lato"/>
                <a:ea typeface="Lato"/>
                <a:cs typeface="Lato"/>
              </a:defRPr>
            </a:lvl3pPr>
            <a:lvl4pPr algn="ctr">
              <a:buNone/>
              <a:defRPr sz="1575" b="0">
                <a:solidFill>
                  <a:srgbClr val="003366"/>
                </a:solidFill>
                <a:latin typeface="Lato"/>
                <a:ea typeface="Lato"/>
                <a:cs typeface="Lato"/>
              </a:defRPr>
            </a:lvl4pPr>
            <a:lvl5pPr algn="ctr">
              <a:buNone/>
              <a:defRPr sz="1575" b="0">
                <a:solidFill>
                  <a:srgbClr val="003366"/>
                </a:solidFill>
                <a:latin typeface="Lato"/>
                <a:ea typeface="Lato"/>
                <a:cs typeface="Lato"/>
              </a:defRPr>
            </a:lvl5pPr>
            <a:lvl6pPr algn="ctr">
              <a:buNone/>
              <a:defRPr sz="1575" b="0">
                <a:solidFill>
                  <a:srgbClr val="003366"/>
                </a:solidFill>
                <a:latin typeface="Lato"/>
                <a:ea typeface="Lato"/>
                <a:cs typeface="Lato"/>
              </a:defRPr>
            </a:lvl6pPr>
            <a:lvl7pPr algn="ctr">
              <a:buNone/>
              <a:defRPr sz="1575" b="0">
                <a:solidFill>
                  <a:srgbClr val="003366"/>
                </a:solidFill>
                <a:latin typeface="Lato"/>
                <a:ea typeface="Lato"/>
                <a:cs typeface="Lato"/>
              </a:defRPr>
            </a:lvl7pPr>
            <a:lvl8pPr algn="ctr">
              <a:buNone/>
              <a:defRPr sz="1575" b="0">
                <a:solidFill>
                  <a:srgbClr val="003366"/>
                </a:solidFill>
                <a:latin typeface="Lato"/>
                <a:ea typeface="Lato"/>
                <a:cs typeface="Lato"/>
              </a:defRPr>
            </a:lvl8pPr>
            <a:lvl9pPr algn="ctr">
              <a:buNone/>
              <a:defRPr sz="1575" b="0">
                <a:solidFill>
                  <a:srgbClr val="003366"/>
                </a:solidFill>
                <a:latin typeface="Lato"/>
                <a:ea typeface="Lato"/>
                <a:cs typeface="Lato"/>
              </a:defRPr>
            </a:lvl9pPr>
          </a:lstStyle>
          <a:p>
            <a:pPr algn="ctr">
              <a:buNone/>
              <a:defRPr sz="1575" b="0">
                <a:solidFill>
                  <a:srgbClr val="003366"/>
                </a:solidFill>
                <a:latin typeface="Lato"/>
                <a:ea typeface="Lato"/>
                <a:cs typeface="Lato"/>
              </a:defRPr>
            </a:pPr>
            <a:r>
              <a:rPr sz="1575" b="0">
                <a:solidFill>
                  <a:srgbClr val="003366"/>
                </a:solidFill>
                <a:latin typeface="Lato"/>
                <a:ea typeface="Lato"/>
                <a:cs typeface="Lato"/>
              </a:rPr>
              <a:t>MQTT</a:t>
            </a:r>
          </a:p>
          <a:p>
            <a:pPr algn="ctr">
              <a:buNone/>
              <a:defRPr sz="1575" b="0">
                <a:solidFill>
                  <a:srgbClr val="003366"/>
                </a:solidFill>
                <a:latin typeface="Lato"/>
                <a:ea typeface="Lato"/>
                <a:cs typeface="Lato"/>
              </a:defRPr>
            </a:pPr>
            <a:r>
              <a:rPr sz="1575" b="0">
                <a:solidFill>
                  <a:srgbClr val="003366"/>
                </a:solidFill>
                <a:latin typeface="Lato"/>
                <a:ea typeface="Lato"/>
                <a:cs typeface="Lato"/>
              </a:rPr>
              <a:t>Wi-Fi</a:t>
            </a:r>
          </a:p>
        </p:txBody>
      </p:sp>
      <p:cxnSp>
        <p:nvCxnSpPr>
          <p:cNvPr id="23" name="Diagram connection">
            <a:extLst>
              <a:ext uri="{FF2B5EF4-FFF2-40B4-BE49-F238E27FC236}">
                <a16:creationId xmlns:a16="http://schemas.microsoft.com/office/drawing/2014/main" id="{4D882F3A-9DB6-4F5D-AD43-9546544DB45C}"/>
              </a:ext>
            </a:extLst>
          </p:cNvPr>
          <p:cNvCxnSpPr/>
          <p:nvPr/>
        </p:nvCxnSpPr>
        <p:spPr>
          <a:xfrm>
            <a:off x="5534025" y="3219450"/>
            <a:ext cx="657225" cy="0"/>
          </a:xfrm>
          <a:prstGeom prst="straightConnector1">
            <a:avLst/>
          </a:prstGeom>
          <a:ln w="17145">
            <a:solidFill>
              <a:srgbClr val="888888"/>
            </a:solidFill>
            <a:prstDash val="solid"/>
            <a:headEnd type="triangle" w="sm" len="sm"/>
            <a:tailEnd type="triangle" w="sm" len="sm"/>
          </a:ln>
        </p:spPr>
      </p:cxnSp>
      <p:sp>
        <p:nvSpPr>
          <p:cNvPr id="24" name="MQTT">
            <a:extLst>
              <a:ext uri="{FF2B5EF4-FFF2-40B4-BE49-F238E27FC236}">
                <a16:creationId xmlns:a16="http://schemas.microsoft.com/office/drawing/2014/main" id="{A8C218F3-4081-441C-A84A-77C4D964ECDB}"/>
              </a:ext>
            </a:extLst>
          </p:cNvPr>
          <p:cNvSpPr>
            <a:spLocks noGrp="1"/>
          </p:cNvSpPr>
          <p:nvPr/>
        </p:nvSpPr>
        <p:spPr>
          <a:xfrm>
            <a:off x="5505450" y="2819400"/>
            <a:ext cx="762000" cy="266700"/>
          </a:xfrm>
          <a:prstGeom prst="rect">
            <a:avLst/>
          </a:prstGeom>
          <a:noFill/>
          <a:ln w="0">
            <a:noFill/>
          </a:ln>
        </p:spPr>
        <p:txBody>
          <a:bodyPr wrap="square" lIns="0" tIns="0" rIns="0" bIns="0" anchor="t">
            <a:noAutofit/>
          </a:bodyPr>
          <a:lstStyle>
            <a:defPPr algn="ctr">
              <a:defRPr sz="1575" b="0">
                <a:solidFill>
                  <a:srgbClr val="003366"/>
                </a:solidFill>
                <a:latin typeface="Lato"/>
                <a:ea typeface="Lato"/>
                <a:cs typeface="Lato"/>
              </a:defRPr>
            </a:defPPr>
            <a:lvl1pPr algn="ctr">
              <a:buNone/>
              <a:defRPr sz="1575" b="0">
                <a:solidFill>
                  <a:srgbClr val="003366"/>
                </a:solidFill>
                <a:latin typeface="Lato"/>
                <a:ea typeface="Lato"/>
                <a:cs typeface="Lato"/>
              </a:defRPr>
            </a:lvl1pPr>
            <a:lvl2pPr algn="ctr">
              <a:buNone/>
              <a:defRPr sz="1575" b="0">
                <a:solidFill>
                  <a:srgbClr val="003366"/>
                </a:solidFill>
                <a:latin typeface="Lato"/>
                <a:ea typeface="Lato"/>
                <a:cs typeface="Lato"/>
              </a:defRPr>
            </a:lvl2pPr>
            <a:lvl3pPr algn="ctr">
              <a:buNone/>
              <a:defRPr sz="1575" b="0">
                <a:solidFill>
                  <a:srgbClr val="003366"/>
                </a:solidFill>
                <a:latin typeface="Lato"/>
                <a:ea typeface="Lato"/>
                <a:cs typeface="Lato"/>
              </a:defRPr>
            </a:lvl3pPr>
            <a:lvl4pPr algn="ctr">
              <a:buNone/>
              <a:defRPr sz="1575" b="0">
                <a:solidFill>
                  <a:srgbClr val="003366"/>
                </a:solidFill>
                <a:latin typeface="Lato"/>
                <a:ea typeface="Lato"/>
                <a:cs typeface="Lato"/>
              </a:defRPr>
            </a:lvl4pPr>
            <a:lvl5pPr algn="ctr">
              <a:buNone/>
              <a:defRPr sz="1575" b="0">
                <a:solidFill>
                  <a:srgbClr val="003366"/>
                </a:solidFill>
                <a:latin typeface="Lato"/>
                <a:ea typeface="Lato"/>
                <a:cs typeface="Lato"/>
              </a:defRPr>
            </a:lvl5pPr>
            <a:lvl6pPr algn="ctr">
              <a:buNone/>
              <a:defRPr sz="1575" b="0">
                <a:solidFill>
                  <a:srgbClr val="003366"/>
                </a:solidFill>
                <a:latin typeface="Lato"/>
                <a:ea typeface="Lato"/>
                <a:cs typeface="Lato"/>
              </a:defRPr>
            </a:lvl6pPr>
            <a:lvl7pPr algn="ctr">
              <a:buNone/>
              <a:defRPr sz="1575" b="0">
                <a:solidFill>
                  <a:srgbClr val="003366"/>
                </a:solidFill>
                <a:latin typeface="Lato"/>
                <a:ea typeface="Lato"/>
                <a:cs typeface="Lato"/>
              </a:defRPr>
            </a:lvl7pPr>
            <a:lvl8pPr algn="ctr">
              <a:buNone/>
              <a:defRPr sz="1575" b="0">
                <a:solidFill>
                  <a:srgbClr val="003366"/>
                </a:solidFill>
                <a:latin typeface="Lato"/>
                <a:ea typeface="Lato"/>
                <a:cs typeface="Lato"/>
              </a:defRPr>
            </a:lvl8pPr>
            <a:lvl9pPr algn="ctr">
              <a:buNone/>
              <a:defRPr sz="1575" b="0">
                <a:solidFill>
                  <a:srgbClr val="003366"/>
                </a:solidFill>
                <a:latin typeface="Lato"/>
                <a:ea typeface="Lato"/>
                <a:cs typeface="Lato"/>
              </a:defRPr>
            </a:lvl9pPr>
          </a:lstStyle>
          <a:p>
            <a:pPr algn="ctr">
              <a:buNone/>
              <a:defRPr sz="1575" b="0">
                <a:solidFill>
                  <a:srgbClr val="003366"/>
                </a:solidFill>
                <a:latin typeface="Lato"/>
                <a:ea typeface="Lato"/>
                <a:cs typeface="Lato"/>
              </a:defRPr>
            </a:pPr>
            <a:r>
              <a:rPr sz="1575" b="0">
                <a:solidFill>
                  <a:srgbClr val="003366"/>
                </a:solidFill>
                <a:latin typeface="Lato"/>
                <a:ea typeface="Lato"/>
                <a:cs typeface="Lato"/>
              </a:rPr>
              <a:t>MQTT</a:t>
            </a:r>
          </a:p>
        </p:txBody>
      </p:sp>
      <p:cxnSp>
        <p:nvCxnSpPr>
          <p:cNvPr id="25" name="Diagram connection">
            <a:extLst>
              <a:ext uri="{FF2B5EF4-FFF2-40B4-BE49-F238E27FC236}">
                <a16:creationId xmlns:a16="http://schemas.microsoft.com/office/drawing/2014/main" id="{95F6E477-881D-4FAE-86F2-0A28A61A6A05}"/>
              </a:ext>
            </a:extLst>
          </p:cNvPr>
          <p:cNvCxnSpPr/>
          <p:nvPr/>
        </p:nvCxnSpPr>
        <p:spPr>
          <a:xfrm>
            <a:off x="7305675" y="3800475"/>
            <a:ext cx="0" cy="733425"/>
          </a:xfrm>
          <a:prstGeom prst="straightConnector1">
            <a:avLst/>
          </a:prstGeom>
          <a:ln w="17145">
            <a:solidFill>
              <a:srgbClr val="888888"/>
            </a:solidFill>
            <a:prstDash val="solid"/>
            <a:headEnd type="triangle" w="sm" len="sm"/>
            <a:tailEnd type="triangle" w="sm" len="sm"/>
          </a:ln>
        </p:spPr>
      </p:cxnSp>
      <p:cxnSp>
        <p:nvCxnSpPr>
          <p:cNvPr id="26" name="Diagram connection">
            <a:extLst>
              <a:ext uri="{FF2B5EF4-FFF2-40B4-BE49-F238E27FC236}">
                <a16:creationId xmlns:a16="http://schemas.microsoft.com/office/drawing/2014/main" id="{2BEE6FBC-E59E-4F1E-89E2-7775AF1FC37B}"/>
              </a:ext>
            </a:extLst>
          </p:cNvPr>
          <p:cNvCxnSpPr/>
          <p:nvPr/>
        </p:nvCxnSpPr>
        <p:spPr>
          <a:xfrm>
            <a:off x="8429625" y="3009900"/>
            <a:ext cx="590550" cy="0"/>
          </a:xfrm>
          <a:prstGeom prst="straightConnector1">
            <a:avLst/>
          </a:prstGeom>
          <a:ln w="17145">
            <a:solidFill>
              <a:srgbClr val="888888"/>
            </a:solidFill>
            <a:prstDash val="solid"/>
          </a:ln>
        </p:spPr>
      </p:cxnSp>
      <p:cxnSp>
        <p:nvCxnSpPr>
          <p:cNvPr id="27" name="Diagram connection">
            <a:extLst>
              <a:ext uri="{FF2B5EF4-FFF2-40B4-BE49-F238E27FC236}">
                <a16:creationId xmlns:a16="http://schemas.microsoft.com/office/drawing/2014/main" id="{40DFB774-73A2-4578-BDEA-CA954C234D13}"/>
              </a:ext>
            </a:extLst>
          </p:cNvPr>
          <p:cNvCxnSpPr/>
          <p:nvPr/>
        </p:nvCxnSpPr>
        <p:spPr>
          <a:xfrm>
            <a:off x="9020175" y="2295525"/>
            <a:ext cx="0" cy="714375"/>
          </a:xfrm>
          <a:prstGeom prst="straightConnector1">
            <a:avLst/>
          </a:prstGeom>
          <a:ln w="17145">
            <a:solidFill>
              <a:srgbClr val="888888"/>
            </a:solidFill>
            <a:prstDash val="solid"/>
          </a:ln>
        </p:spPr>
      </p:cxnSp>
      <p:cxnSp>
        <p:nvCxnSpPr>
          <p:cNvPr id="28" name="Diagram connection">
            <a:extLst>
              <a:ext uri="{FF2B5EF4-FFF2-40B4-BE49-F238E27FC236}">
                <a16:creationId xmlns:a16="http://schemas.microsoft.com/office/drawing/2014/main" id="{8352310B-6936-42B7-8EF1-0B52D9633794}"/>
              </a:ext>
            </a:extLst>
          </p:cNvPr>
          <p:cNvCxnSpPr/>
          <p:nvPr/>
        </p:nvCxnSpPr>
        <p:spPr>
          <a:xfrm>
            <a:off x="9020175" y="2295525"/>
            <a:ext cx="504825" cy="0"/>
          </a:xfrm>
          <a:prstGeom prst="straightConnector1">
            <a:avLst/>
          </a:prstGeom>
          <a:ln w="17145">
            <a:solidFill>
              <a:srgbClr val="888888"/>
            </a:solidFill>
            <a:prstDash val="solid"/>
            <a:tailEnd type="triangle" w="sm" len="sm"/>
          </a:ln>
        </p:spPr>
      </p:cxnSp>
      <p:cxnSp>
        <p:nvCxnSpPr>
          <p:cNvPr id="29" name="Diagram connection">
            <a:extLst>
              <a:ext uri="{FF2B5EF4-FFF2-40B4-BE49-F238E27FC236}">
                <a16:creationId xmlns:a16="http://schemas.microsoft.com/office/drawing/2014/main" id="{D0D60F47-0A10-4C10-B77E-2E44B17A7BA1}"/>
              </a:ext>
            </a:extLst>
          </p:cNvPr>
          <p:cNvCxnSpPr/>
          <p:nvPr/>
        </p:nvCxnSpPr>
        <p:spPr>
          <a:xfrm>
            <a:off x="8429625" y="3009900"/>
            <a:ext cx="590550" cy="0"/>
          </a:xfrm>
          <a:prstGeom prst="straightConnector1">
            <a:avLst/>
          </a:prstGeom>
          <a:ln w="17145">
            <a:solidFill>
              <a:srgbClr val="888888"/>
            </a:solidFill>
            <a:prstDash val="solid"/>
            <a:headEnd type="triangle" w="sm" len="sm"/>
          </a:ln>
        </p:spPr>
      </p:cxnSp>
      <p:sp>
        <p:nvSpPr>
          <p:cNvPr id="30" name="HTTP API">
            <a:extLst>
              <a:ext uri="{FF2B5EF4-FFF2-40B4-BE49-F238E27FC236}">
                <a16:creationId xmlns:a16="http://schemas.microsoft.com/office/drawing/2014/main" id="{960804F3-E1F1-4F0C-B9FE-911846C95627}"/>
              </a:ext>
            </a:extLst>
          </p:cNvPr>
          <p:cNvSpPr>
            <a:spLocks noGrp="1"/>
          </p:cNvSpPr>
          <p:nvPr/>
        </p:nvSpPr>
        <p:spPr>
          <a:xfrm>
            <a:off x="8715375" y="1847850"/>
            <a:ext cx="809625" cy="571500"/>
          </a:xfrm>
          <a:prstGeom prst="rect">
            <a:avLst/>
          </a:prstGeom>
          <a:noFill/>
          <a:ln w="0">
            <a:noFill/>
          </a:ln>
        </p:spPr>
        <p:txBody>
          <a:bodyPr wrap="square" lIns="0" tIns="0" rIns="0" bIns="0" anchor="t">
            <a:noAutofit/>
          </a:bodyPr>
          <a:lstStyle>
            <a:defPPr algn="ctr">
              <a:defRPr sz="1500" b="0">
                <a:solidFill>
                  <a:srgbClr val="003366"/>
                </a:solidFill>
                <a:latin typeface="Lato"/>
                <a:ea typeface="Lato"/>
                <a:cs typeface="Lato"/>
              </a:defRPr>
            </a:defPPr>
            <a:lvl1pPr algn="ctr">
              <a:buNone/>
              <a:defRPr sz="1500" b="0">
                <a:solidFill>
                  <a:srgbClr val="003366"/>
                </a:solidFill>
                <a:latin typeface="Lato"/>
                <a:ea typeface="Lato"/>
                <a:cs typeface="Lato"/>
              </a:defRPr>
            </a:lvl1pPr>
            <a:lvl2pPr algn="ctr">
              <a:buNone/>
              <a:defRPr sz="1500" b="0">
                <a:solidFill>
                  <a:srgbClr val="003366"/>
                </a:solidFill>
                <a:latin typeface="Lato"/>
                <a:ea typeface="Lato"/>
                <a:cs typeface="Lato"/>
              </a:defRPr>
            </a:lvl2pPr>
            <a:lvl3pPr algn="ctr">
              <a:buNone/>
              <a:defRPr sz="1500" b="0">
                <a:solidFill>
                  <a:srgbClr val="003366"/>
                </a:solidFill>
                <a:latin typeface="Lato"/>
                <a:ea typeface="Lato"/>
                <a:cs typeface="Lato"/>
              </a:defRPr>
            </a:lvl3pPr>
            <a:lvl4pPr algn="ctr">
              <a:buNone/>
              <a:defRPr sz="1500" b="0">
                <a:solidFill>
                  <a:srgbClr val="003366"/>
                </a:solidFill>
                <a:latin typeface="Lato"/>
                <a:ea typeface="Lato"/>
                <a:cs typeface="Lato"/>
              </a:defRPr>
            </a:lvl4pPr>
            <a:lvl5pPr algn="ctr">
              <a:buNone/>
              <a:defRPr sz="1500" b="0">
                <a:solidFill>
                  <a:srgbClr val="003366"/>
                </a:solidFill>
                <a:latin typeface="Lato"/>
                <a:ea typeface="Lato"/>
                <a:cs typeface="Lato"/>
              </a:defRPr>
            </a:lvl5pPr>
            <a:lvl6pPr algn="ctr">
              <a:buNone/>
              <a:defRPr sz="1500" b="0">
                <a:solidFill>
                  <a:srgbClr val="003366"/>
                </a:solidFill>
                <a:latin typeface="Lato"/>
                <a:ea typeface="Lato"/>
                <a:cs typeface="Lato"/>
              </a:defRPr>
            </a:lvl6pPr>
            <a:lvl7pPr algn="ctr">
              <a:buNone/>
              <a:defRPr sz="1500" b="0">
                <a:solidFill>
                  <a:srgbClr val="003366"/>
                </a:solidFill>
                <a:latin typeface="Lato"/>
                <a:ea typeface="Lato"/>
                <a:cs typeface="Lato"/>
              </a:defRPr>
            </a:lvl7pPr>
            <a:lvl8pPr algn="ctr">
              <a:buNone/>
              <a:defRPr sz="1500" b="0">
                <a:solidFill>
                  <a:srgbClr val="003366"/>
                </a:solidFill>
                <a:latin typeface="Lato"/>
                <a:ea typeface="Lato"/>
                <a:cs typeface="Lato"/>
              </a:defRPr>
            </a:lvl8pPr>
            <a:lvl9pPr algn="ctr">
              <a:buNone/>
              <a:defRPr sz="1500" b="0">
                <a:solidFill>
                  <a:srgbClr val="003366"/>
                </a:solidFill>
                <a:latin typeface="Lato"/>
                <a:ea typeface="Lato"/>
                <a:cs typeface="Lato"/>
              </a:defRPr>
            </a:lvl9pPr>
          </a:lstStyle>
          <a:p>
            <a:pPr algn="ctr">
              <a:buNone/>
              <a:defRPr sz="1500" b="0">
                <a:solidFill>
                  <a:srgbClr val="003366"/>
                </a:solidFill>
                <a:latin typeface="Lato"/>
                <a:ea typeface="Lato"/>
                <a:cs typeface="Lato"/>
              </a:defRPr>
            </a:pPr>
            <a:r>
              <a:rPr sz="1500" b="0">
                <a:solidFill>
                  <a:srgbClr val="003366"/>
                </a:solidFill>
                <a:latin typeface="Lato"/>
                <a:ea typeface="Lato"/>
                <a:cs typeface="Lato"/>
              </a:rPr>
              <a:t>HTTP API</a:t>
            </a:r>
          </a:p>
        </p:txBody>
      </p:sp>
      <p:cxnSp>
        <p:nvCxnSpPr>
          <p:cNvPr id="31" name="Diagram connection">
            <a:extLst>
              <a:ext uri="{FF2B5EF4-FFF2-40B4-BE49-F238E27FC236}">
                <a16:creationId xmlns:a16="http://schemas.microsoft.com/office/drawing/2014/main" id="{A7A90784-7DAC-4329-A8F7-A2BCA40C0027}"/>
              </a:ext>
            </a:extLst>
          </p:cNvPr>
          <p:cNvCxnSpPr/>
          <p:nvPr/>
        </p:nvCxnSpPr>
        <p:spPr>
          <a:xfrm>
            <a:off x="8429625" y="3467100"/>
            <a:ext cx="590550" cy="0"/>
          </a:xfrm>
          <a:prstGeom prst="straightConnector1">
            <a:avLst/>
          </a:prstGeom>
          <a:ln w="17145">
            <a:solidFill>
              <a:srgbClr val="888888"/>
            </a:solidFill>
            <a:prstDash val="solid"/>
          </a:ln>
        </p:spPr>
      </p:cxnSp>
      <p:cxnSp>
        <p:nvCxnSpPr>
          <p:cNvPr id="32" name="Diagram connection">
            <a:extLst>
              <a:ext uri="{FF2B5EF4-FFF2-40B4-BE49-F238E27FC236}">
                <a16:creationId xmlns:a16="http://schemas.microsoft.com/office/drawing/2014/main" id="{01442C12-C68A-4B7E-8B76-F6AAEA8C0BC9}"/>
              </a:ext>
            </a:extLst>
          </p:cNvPr>
          <p:cNvCxnSpPr/>
          <p:nvPr/>
        </p:nvCxnSpPr>
        <p:spPr>
          <a:xfrm>
            <a:off x="9020175" y="3467100"/>
            <a:ext cx="0" cy="1019175"/>
          </a:xfrm>
          <a:prstGeom prst="straightConnector1">
            <a:avLst/>
          </a:prstGeom>
          <a:ln w="17145">
            <a:solidFill>
              <a:srgbClr val="888888"/>
            </a:solidFill>
            <a:prstDash val="solid"/>
          </a:ln>
        </p:spPr>
      </p:cxnSp>
      <p:cxnSp>
        <p:nvCxnSpPr>
          <p:cNvPr id="33" name="Diagram connection">
            <a:extLst>
              <a:ext uri="{FF2B5EF4-FFF2-40B4-BE49-F238E27FC236}">
                <a16:creationId xmlns:a16="http://schemas.microsoft.com/office/drawing/2014/main" id="{9D411B53-55AB-4423-9CAE-0FF9C458D0C1}"/>
              </a:ext>
            </a:extLst>
          </p:cNvPr>
          <p:cNvCxnSpPr/>
          <p:nvPr/>
        </p:nvCxnSpPr>
        <p:spPr>
          <a:xfrm>
            <a:off x="9020175" y="4486275"/>
            <a:ext cx="504825" cy="0"/>
          </a:xfrm>
          <a:prstGeom prst="straightConnector1">
            <a:avLst/>
          </a:prstGeom>
          <a:ln w="17145">
            <a:solidFill>
              <a:srgbClr val="888888"/>
            </a:solidFill>
            <a:prstDash val="solid"/>
            <a:tailEnd type="triangle" w="sm" len="sm"/>
          </a:ln>
        </p:spPr>
      </p:cxnSp>
      <p:sp>
        <p:nvSpPr>
          <p:cNvPr id="34" name="Cảnh báo tại phòng được xử lý ngay trên node.">
            <a:extLst>
              <a:ext uri="{FF2B5EF4-FFF2-40B4-BE49-F238E27FC236}">
                <a16:creationId xmlns:a16="http://schemas.microsoft.com/office/drawing/2014/main" id="{FB2B69CD-DEFE-4310-8201-4F8E28571A5C}"/>
              </a:ext>
            </a:extLst>
          </p:cNvPr>
          <p:cNvSpPr>
            <a:spLocks noGrp="1"/>
          </p:cNvSpPr>
          <p:nvPr/>
        </p:nvSpPr>
        <p:spPr>
          <a:xfrm>
            <a:off x="609600" y="5724525"/>
            <a:ext cx="10953750" cy="323850"/>
          </a:xfrm>
          <a:prstGeom prst="rect">
            <a:avLst/>
          </a:prstGeom>
          <a:noFill/>
          <a:ln w="0">
            <a:noFill/>
          </a:ln>
        </p:spPr>
        <p:txBody>
          <a:bodyPr wrap="square" lIns="0" tIns="0" rIns="0" bIns="0" anchor="t">
            <a:noAutofit/>
          </a:bodyPr>
          <a:lstStyle>
            <a:defPPr algn="l">
              <a:defRPr sz="2025" b="1">
                <a:solidFill>
                  <a:srgbClr val="003366"/>
                </a:solidFill>
                <a:latin typeface="Lato"/>
                <a:ea typeface="Lato"/>
                <a:cs typeface="Lato"/>
              </a:defRPr>
            </a:defPPr>
            <a:lvl1pPr algn="l">
              <a:buNone/>
              <a:defRPr sz="2025" b="1">
                <a:solidFill>
                  <a:srgbClr val="003366"/>
                </a:solidFill>
                <a:latin typeface="Lato"/>
                <a:ea typeface="Lato"/>
                <a:cs typeface="Lato"/>
              </a:defRPr>
            </a:lvl1pPr>
            <a:lvl2pPr algn="l">
              <a:buNone/>
              <a:defRPr sz="2025" b="1">
                <a:solidFill>
                  <a:srgbClr val="003366"/>
                </a:solidFill>
                <a:latin typeface="Lato"/>
                <a:ea typeface="Lato"/>
                <a:cs typeface="Lato"/>
              </a:defRPr>
            </a:lvl2pPr>
            <a:lvl3pPr algn="l">
              <a:buNone/>
              <a:defRPr sz="2025" b="1">
                <a:solidFill>
                  <a:srgbClr val="003366"/>
                </a:solidFill>
                <a:latin typeface="Lato"/>
                <a:ea typeface="Lato"/>
                <a:cs typeface="Lato"/>
              </a:defRPr>
            </a:lvl3pPr>
            <a:lvl4pPr algn="l">
              <a:buNone/>
              <a:defRPr sz="2025" b="1">
                <a:solidFill>
                  <a:srgbClr val="003366"/>
                </a:solidFill>
                <a:latin typeface="Lato"/>
                <a:ea typeface="Lato"/>
                <a:cs typeface="Lato"/>
              </a:defRPr>
            </a:lvl4pPr>
            <a:lvl5pPr algn="l">
              <a:buNone/>
              <a:defRPr sz="2025" b="1">
                <a:solidFill>
                  <a:srgbClr val="003366"/>
                </a:solidFill>
                <a:latin typeface="Lato"/>
                <a:ea typeface="Lato"/>
                <a:cs typeface="Lato"/>
              </a:defRPr>
            </a:lvl5pPr>
            <a:lvl6pPr algn="l">
              <a:buNone/>
              <a:defRPr sz="2025" b="1">
                <a:solidFill>
                  <a:srgbClr val="003366"/>
                </a:solidFill>
                <a:latin typeface="Lato"/>
                <a:ea typeface="Lato"/>
                <a:cs typeface="Lato"/>
              </a:defRPr>
            </a:lvl6pPr>
            <a:lvl7pPr algn="l">
              <a:buNone/>
              <a:defRPr sz="2025" b="1">
                <a:solidFill>
                  <a:srgbClr val="003366"/>
                </a:solidFill>
                <a:latin typeface="Lato"/>
                <a:ea typeface="Lato"/>
                <a:cs typeface="Lato"/>
              </a:defRPr>
            </a:lvl7pPr>
            <a:lvl8pPr algn="l">
              <a:buNone/>
              <a:defRPr sz="2025" b="1">
                <a:solidFill>
                  <a:srgbClr val="003366"/>
                </a:solidFill>
                <a:latin typeface="Lato"/>
                <a:ea typeface="Lato"/>
                <a:cs typeface="Lato"/>
              </a:defRPr>
            </a:lvl8pPr>
            <a:lvl9pPr algn="l">
              <a:buNone/>
              <a:defRPr sz="2025" b="1">
                <a:solidFill>
                  <a:srgbClr val="003366"/>
                </a:solidFill>
                <a:latin typeface="Lato"/>
                <a:ea typeface="Lato"/>
                <a:cs typeface="Lato"/>
              </a:defRPr>
            </a:lvl9pPr>
          </a:lstStyle>
          <a:p>
            <a:pPr algn="l">
              <a:buNone/>
              <a:defRPr sz="2025" b="1">
                <a:solidFill>
                  <a:srgbClr val="003366"/>
                </a:solidFill>
                <a:latin typeface="Lato"/>
                <a:ea typeface="Lato"/>
                <a:cs typeface="Lato"/>
              </a:defRPr>
            </a:pPr>
            <a:r>
              <a:rPr sz="2025" b="1">
                <a:solidFill>
                  <a:srgbClr val="003366"/>
                </a:solidFill>
                <a:latin typeface="Lato"/>
                <a:ea typeface="Lato"/>
                <a:cs typeface="Lato"/>
              </a:rPr>
              <a:t>Cảnh báo tại phòng được xử lý ngay trên node.</a:t>
            </a:r>
          </a:p>
        </p:txBody>
      </p:sp>
      <p:pic>
        <p:nvPicPr>
          <p:cNvPr id="35" name="Picture 34">
            <a:extLst>
              <a:ext uri="{FF2B5EF4-FFF2-40B4-BE49-F238E27FC236}">
                <a16:creationId xmlns:a16="http://schemas.microsoft.com/office/drawing/2014/main" id="{5067881F-5A3D-4F84-9DDC-A4B51A80D6C4}"/>
              </a:ext>
            </a:extLst>
          </p:cNvPr>
          <p:cNvPicPr>
            <a:picLocks noChangeAspect="1"/>
          </p:cNvPicPr>
          <p:nvPr/>
        </p:nvPicPr>
        <p:blipFill>
          <a:blip r:embed="rId3"/>
          <a:srcRect l="5" r="5"/>
          <a:stretch>
            <a:fillRect/>
          </a:stretch>
        </p:blipFill>
        <p:spPr>
          <a:xfrm>
            <a:off x="304800" y="6229350"/>
            <a:ext cx="2971800" cy="344329"/>
          </a:xfrm>
          <a:prstGeom prst="rect">
            <a:avLst/>
          </a:prstGeom>
        </p:spPr>
      </p:pic>
      <p:cxnSp>
        <p:nvCxnSpPr>
          <p:cNvPr id="36" name="Đường chân trang theo mẫu">
            <a:extLst>
              <a:ext uri="{FF2B5EF4-FFF2-40B4-BE49-F238E27FC236}">
                <a16:creationId xmlns:a16="http://schemas.microsoft.com/office/drawing/2014/main" id="{3F685F58-7ABD-44E2-96E9-D40DD2F530FA}"/>
              </a:ext>
            </a:extLst>
          </p:cNvPr>
          <p:cNvCxnSpPr/>
          <p:nvPr/>
        </p:nvCxnSpPr>
        <p:spPr>
          <a:xfrm>
            <a:off x="3619500" y="6391275"/>
            <a:ext cx="8258175" cy="0"/>
          </a:xfrm>
          <a:prstGeom prst="straightConnector1">
            <a:avLst/>
          </a:prstGeom>
          <a:ln w="11906">
            <a:solidFill>
              <a:srgbClr val="C00000"/>
            </a:solidFill>
          </a:ln>
        </p:spPr>
      </p:cxnSp>
      <p:sp>
        <p:nvSpPr>
          <p:cNvPr id="37" name="4">
            <a:extLst>
              <a:ext uri="{FF2B5EF4-FFF2-40B4-BE49-F238E27FC236}">
                <a16:creationId xmlns:a16="http://schemas.microsoft.com/office/drawing/2014/main" id="{462FA972-1F23-444D-AE7B-A2C4307BAADB}"/>
              </a:ext>
            </a:extLst>
          </p:cNvPr>
          <p:cNvSpPr>
            <a:spLocks noGrp="1"/>
          </p:cNvSpPr>
          <p:nvPr/>
        </p:nvSpPr>
        <p:spPr>
          <a:xfrm>
            <a:off x="11144250" y="6515100"/>
            <a:ext cx="666750" cy="247650"/>
          </a:xfrm>
          <a:prstGeom prst="rect">
            <a:avLst/>
          </a:prstGeom>
          <a:noFill/>
          <a:ln w="0">
            <a:noFill/>
          </a:ln>
        </p:spPr>
        <p:txBody>
          <a:bodyPr wrap="square" lIns="0" tIns="0" rIns="0" bIns="0" anchor="t">
            <a:noAutofit/>
          </a:bodyPr>
          <a:lstStyle>
            <a:defPPr algn="r">
              <a:defRPr sz="1200" b="0">
                <a:solidFill>
                  <a:srgbClr val="C00000"/>
                </a:solidFill>
                <a:latin typeface="Lato"/>
                <a:ea typeface="Lato"/>
                <a:cs typeface="Lato"/>
              </a:defRPr>
            </a:defPPr>
            <a:lvl1pPr algn="r">
              <a:buNone/>
              <a:defRPr sz="1200" b="0">
                <a:solidFill>
                  <a:srgbClr val="C00000"/>
                </a:solidFill>
                <a:latin typeface="Lato"/>
                <a:ea typeface="Lato"/>
                <a:cs typeface="Lato"/>
              </a:defRPr>
            </a:lvl1pPr>
            <a:lvl2pPr algn="r">
              <a:buNone/>
              <a:defRPr sz="1200" b="0">
                <a:solidFill>
                  <a:srgbClr val="C00000"/>
                </a:solidFill>
                <a:latin typeface="Lato"/>
                <a:ea typeface="Lato"/>
                <a:cs typeface="Lato"/>
              </a:defRPr>
            </a:lvl2pPr>
            <a:lvl3pPr algn="r">
              <a:buNone/>
              <a:defRPr sz="1200" b="0">
                <a:solidFill>
                  <a:srgbClr val="C00000"/>
                </a:solidFill>
                <a:latin typeface="Lato"/>
                <a:ea typeface="Lato"/>
                <a:cs typeface="Lato"/>
              </a:defRPr>
            </a:lvl3pPr>
            <a:lvl4pPr algn="r">
              <a:buNone/>
              <a:defRPr sz="1200" b="0">
                <a:solidFill>
                  <a:srgbClr val="C00000"/>
                </a:solidFill>
                <a:latin typeface="Lato"/>
                <a:ea typeface="Lato"/>
                <a:cs typeface="Lato"/>
              </a:defRPr>
            </a:lvl4pPr>
            <a:lvl5pPr algn="r">
              <a:buNone/>
              <a:defRPr sz="1200" b="0">
                <a:solidFill>
                  <a:srgbClr val="C00000"/>
                </a:solidFill>
                <a:latin typeface="Lato"/>
                <a:ea typeface="Lato"/>
                <a:cs typeface="Lato"/>
              </a:defRPr>
            </a:lvl5pPr>
            <a:lvl6pPr algn="r">
              <a:buNone/>
              <a:defRPr sz="1200" b="0">
                <a:solidFill>
                  <a:srgbClr val="C00000"/>
                </a:solidFill>
                <a:latin typeface="Lato"/>
                <a:ea typeface="Lato"/>
                <a:cs typeface="Lato"/>
              </a:defRPr>
            </a:lvl6pPr>
            <a:lvl7pPr algn="r">
              <a:buNone/>
              <a:defRPr sz="1200" b="0">
                <a:solidFill>
                  <a:srgbClr val="C00000"/>
                </a:solidFill>
                <a:latin typeface="Lato"/>
                <a:ea typeface="Lato"/>
                <a:cs typeface="Lato"/>
              </a:defRPr>
            </a:lvl7pPr>
            <a:lvl8pPr algn="r">
              <a:buNone/>
              <a:defRPr sz="1200" b="0">
                <a:solidFill>
                  <a:srgbClr val="C00000"/>
                </a:solidFill>
                <a:latin typeface="Lato"/>
                <a:ea typeface="Lato"/>
                <a:cs typeface="Lato"/>
              </a:defRPr>
            </a:lvl8pPr>
            <a:lvl9pPr algn="r">
              <a:buNone/>
              <a:defRPr sz="1200" b="0">
                <a:solidFill>
                  <a:srgbClr val="C00000"/>
                </a:solidFill>
                <a:latin typeface="Lato"/>
                <a:ea typeface="Lato"/>
                <a:cs typeface="Lato"/>
              </a:defRPr>
            </a:lvl9pPr>
          </a:lstStyle>
          <a:p>
            <a:pPr algn="r">
              <a:buNone/>
              <a:defRPr sz="1200" b="0">
                <a:solidFill>
                  <a:srgbClr val="C00000"/>
                </a:solidFill>
                <a:latin typeface="Lato"/>
                <a:ea typeface="Lato"/>
                <a:cs typeface="Lato"/>
              </a:defRPr>
            </a:pPr>
            <a:r>
              <a:rPr sz="1200" b="0">
                <a:solidFill>
                  <a:srgbClr val="C00000"/>
                </a:solidFill>
                <a:latin typeface="Lato"/>
                <a:ea typeface="Lato"/>
                <a:cs typeface="Lato"/>
              </a:rPr>
              <a:t>5</a:t>
            </a:r>
          </a:p>
        </p:txBody>
      </p:sp>
      <p:sp>
        <p:nvSpPr>
          <p:cNvPr id="39" name="2.1    Kiến trúc tổng thể">
            <a:extLst>
              <a:ext uri="{FF2B5EF4-FFF2-40B4-BE49-F238E27FC236}">
                <a16:creationId xmlns:a16="http://schemas.microsoft.com/office/drawing/2014/main" id="{1FAC5248-8D52-46FD-ADDD-8B3680236A32}"/>
              </a:ext>
            </a:extLst>
          </p:cNvPr>
          <p:cNvSpPr>
            <a:spLocks noGrp="1"/>
          </p:cNvSpPr>
          <p:nvPr/>
        </p:nvSpPr>
        <p:spPr>
          <a:xfrm>
            <a:off x="381000" y="1009650"/>
            <a:ext cx="11239500" cy="409575"/>
          </a:xfrm>
          <a:prstGeom prst="rect">
            <a:avLst/>
          </a:prstGeom>
          <a:noFill/>
          <a:ln w="0">
            <a:noFill/>
          </a:ln>
        </p:spPr>
        <p:txBody>
          <a:bodyPr wrap="square" lIns="0" tIns="0" rIns="0" bIns="0" anchor="t">
            <a:noAutofit/>
          </a:bodyPr>
          <a:lstStyle>
            <a:defPPr algn="l">
              <a:defRPr sz="2400" b="1">
                <a:solidFill>
                  <a:srgbClr val="003366"/>
                </a:solidFill>
                <a:latin typeface="Lato"/>
                <a:ea typeface="Lato"/>
                <a:cs typeface="Lato"/>
              </a:defRPr>
            </a:defPPr>
            <a:lvl1pPr algn="l">
              <a:defRPr sz="2400" b="1">
                <a:solidFill>
                  <a:srgbClr val="003366"/>
                </a:solidFill>
                <a:latin typeface="Lato"/>
                <a:ea typeface="Lato"/>
                <a:cs typeface="Lato"/>
              </a:defRPr>
            </a:lvl1pPr>
            <a:lvl2pPr algn="l">
              <a:defRPr sz="2400" b="1">
                <a:solidFill>
                  <a:srgbClr val="003366"/>
                </a:solidFill>
                <a:latin typeface="Lato"/>
                <a:ea typeface="Lato"/>
                <a:cs typeface="Lato"/>
              </a:defRPr>
            </a:lvl2pPr>
            <a:lvl3pPr algn="l">
              <a:defRPr sz="2400" b="1">
                <a:solidFill>
                  <a:srgbClr val="003366"/>
                </a:solidFill>
                <a:latin typeface="Lato"/>
                <a:ea typeface="Lato"/>
                <a:cs typeface="Lato"/>
              </a:defRPr>
            </a:lvl3pPr>
            <a:lvl4pPr algn="l">
              <a:defRPr sz="2400" b="1">
                <a:solidFill>
                  <a:srgbClr val="003366"/>
                </a:solidFill>
                <a:latin typeface="Lato"/>
                <a:ea typeface="Lato"/>
                <a:cs typeface="Lato"/>
              </a:defRPr>
            </a:lvl4pPr>
            <a:lvl5pPr algn="l">
              <a:defRPr sz="2400" b="1">
                <a:solidFill>
                  <a:srgbClr val="003366"/>
                </a:solidFill>
                <a:latin typeface="Lato"/>
                <a:ea typeface="Lato"/>
                <a:cs typeface="Lato"/>
              </a:defRPr>
            </a:lvl5pPr>
            <a:lvl6pPr algn="l">
              <a:defRPr sz="2400" b="1">
                <a:solidFill>
                  <a:srgbClr val="003366"/>
                </a:solidFill>
                <a:latin typeface="Lato"/>
                <a:ea typeface="Lato"/>
                <a:cs typeface="Lato"/>
              </a:defRPr>
            </a:lvl6pPr>
            <a:lvl7pPr algn="l">
              <a:defRPr sz="2400" b="1">
                <a:solidFill>
                  <a:srgbClr val="003366"/>
                </a:solidFill>
                <a:latin typeface="Lato"/>
                <a:ea typeface="Lato"/>
                <a:cs typeface="Lato"/>
              </a:defRPr>
            </a:lvl7pPr>
            <a:lvl8pPr algn="l">
              <a:defRPr sz="2400" b="1">
                <a:solidFill>
                  <a:srgbClr val="003366"/>
                </a:solidFill>
                <a:latin typeface="Lato"/>
                <a:ea typeface="Lato"/>
                <a:cs typeface="Lato"/>
              </a:defRPr>
            </a:lvl8pPr>
            <a:lvl9pPr algn="l">
              <a:defRPr sz="2400" b="1">
                <a:solidFill>
                  <a:srgbClr val="003366"/>
                </a:solidFill>
                <a:latin typeface="Lato"/>
                <a:ea typeface="Lato"/>
                <a:cs typeface="Lato"/>
              </a:defRPr>
            </a:lvl9pPr>
          </a:lstStyle>
          <a:p>
            <a:pPr algn="l">
              <a:defRPr sz="2400" b="1">
                <a:solidFill>
                  <a:srgbClr val="003366"/>
                </a:solidFill>
                <a:latin typeface="Lato"/>
                <a:ea typeface="Lato"/>
                <a:cs typeface="Lato"/>
              </a:defRPr>
            </a:pPr>
            <a:r>
              <a:rPr sz="2400" b="1">
                <a:solidFill>
                  <a:srgbClr val="003366"/>
                </a:solidFill>
                <a:latin typeface="Lato"/>
                <a:ea typeface="Lato"/>
                <a:cs typeface="Lato"/>
              </a:rPr>
              <a:t>2.1    Kiến trúc tổng thể</a:t>
            </a:r>
          </a:p>
        </p:txBody>
      </p:sp>
    </p:spTree>
    <p:extLst>
      <p:ext uri="{BB962C8B-B14F-4D97-AF65-F5344CB8AC3E}">
        <p14:creationId xmlns:p14="http://schemas.microsoft.com/office/powerpoint/2010/main" val="1541645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Google Shape;176;p8">
            <a:extLst>
              <a:ext uri="{FF2B5EF4-FFF2-40B4-BE49-F238E27FC236}">
                <a16:creationId xmlns:a16="http://schemas.microsoft.com/office/drawing/2014/main" id="{4E598D0C-7662-40A6-B0E5-57249D51781C}"/>
              </a:ext>
            </a:extLst>
          </p:cNvPr>
          <p:cNvSpPr>
            <a:spLocks noGrp="1"/>
          </p:cNvSpPr>
          <p:nvPr/>
        </p:nvSpPr>
        <p:spPr>
          <a:xfrm>
            <a:off x="287868" y="260081"/>
            <a:ext cx="660399" cy="527140"/>
          </a:xfrm>
          <a:prstGeom prst="rect">
            <a:avLst/>
          </a:prstGeom>
          <a:solidFill>
            <a:srgbClr val="C00000"/>
          </a:solidFill>
          <a:ln>
            <a:noFill/>
          </a:ln>
        </p:spPr>
        <p:txBody>
          <a:bodyPr spcFirstLastPara="1" wrap="square" lIns="91425" tIns="45700" rIns="91425" bIns="45700" anchor="t">
            <a:noAutofit/>
          </a:bodyPr>
          <a:lstStyle/>
          <a:p>
            <a:pPr marL="0" marR="0" lvl="0" indent="0" algn="ctr">
              <a:lnSpc>
                <a:spcPct val="90000"/>
              </a:lnSpc>
              <a:spcBef>
                <a:spcPts val="0"/>
              </a:spcBef>
              <a:spcAft>
                <a:spcPts val="0"/>
              </a:spcAft>
              <a:buClr>
                <a:schemeClr val="lt1"/>
              </a:buClr>
              <a:buSzPts val="3200"/>
              <a:buFont typeface="Lato"/>
              <a:buNone/>
            </a:pPr>
            <a:r>
              <a:rPr sz="3200" b="1" i="0" u="none" strike="noStrike" cap="none">
                <a:solidFill>
                  <a:schemeClr val="lt1"/>
                </a:solidFill>
                <a:latin typeface="Lato"/>
                <a:ea typeface="Lato"/>
                <a:cs typeface="Lato"/>
              </a:rPr>
              <a:t>2</a:t>
            </a:r>
            <a:endParaRPr/>
          </a:p>
        </p:txBody>
      </p:sp>
      <p:sp>
        <p:nvSpPr>
          <p:cNvPr id="2" name="Google Shape;181;p8">
            <a:extLst>
              <a:ext uri="{FF2B5EF4-FFF2-40B4-BE49-F238E27FC236}">
                <a16:creationId xmlns:a16="http://schemas.microsoft.com/office/drawing/2014/main" id="{A57C218D-4CE3-4159-94BD-1BD06BEC562F}"/>
              </a:ext>
            </a:extLst>
          </p:cNvPr>
          <p:cNvSpPr>
            <a:spLocks noGrp="1"/>
          </p:cNvSpPr>
          <p:nvPr/>
        </p:nvSpPr>
        <p:spPr>
          <a:xfrm>
            <a:off x="1032933" y="230370"/>
            <a:ext cx="10668000" cy="523173"/>
          </a:xfrm>
          <a:prstGeom prst="rect">
            <a:avLst/>
          </a:prstGeom>
          <a:noFill/>
          <a:ln>
            <a:noFill/>
          </a:ln>
        </p:spPr>
        <p:txBody>
          <a:bodyPr spcFirstLastPara="1" wrap="square" lIns="91425" tIns="45700" rIns="91425" bIns="45700" anchor="t">
            <a:noAutofit/>
          </a:bodyPr>
          <a:lstStyle/>
          <a:p>
            <a:pPr marL="0" marR="0" lvl="0" indent="0" algn="l">
              <a:lnSpc>
                <a:spcPct val="90000"/>
              </a:lnSpc>
              <a:spcBef>
                <a:spcPts val="0"/>
              </a:spcBef>
              <a:spcAft>
                <a:spcPts val="0"/>
              </a:spcAft>
              <a:buClr>
                <a:srgbClr val="003366"/>
              </a:buClr>
              <a:buSzPts val="3200"/>
              <a:buFont typeface="Lato"/>
              <a:buNone/>
            </a:pPr>
            <a:r>
              <a:rPr sz="3200" b="1" i="0" u="none" strike="noStrike" cap="none">
                <a:solidFill>
                  <a:srgbClr val="003366"/>
                </a:solidFill>
                <a:latin typeface="Lato"/>
                <a:ea typeface="Lato"/>
                <a:cs typeface="Lato"/>
              </a:rPr>
              <a:t>KIẾN TRÚC VÀ BACKEND</a:t>
            </a:r>
            <a:endParaRPr/>
          </a:p>
        </p:txBody>
      </p:sp>
      <p:cxnSp>
        <p:nvCxnSpPr>
          <p:cNvPr id="3" name="Google Shape;182;p8">
            <a:extLst>
              <a:ext uri="{FF2B5EF4-FFF2-40B4-BE49-F238E27FC236}">
                <a16:creationId xmlns:a16="http://schemas.microsoft.com/office/drawing/2014/main" id="{CD3BF234-0379-41C6-80DD-170864C0B226}"/>
              </a:ext>
            </a:extLst>
          </p:cNvPr>
          <p:cNvCxnSpPr/>
          <p:nvPr/>
        </p:nvCxnSpPr>
        <p:spPr>
          <a:xfrm rot="10800000" flipH="1">
            <a:off x="1134533" y="753543"/>
            <a:ext cx="3976827" cy="1144"/>
          </a:xfrm>
          <a:prstGeom prst="straightConnector1">
            <a:avLst/>
          </a:prstGeom>
          <a:ln w="38100" cap="flat">
            <a:solidFill>
              <a:srgbClr val="C00000"/>
            </a:solidFill>
            <a:prstDash val="solid"/>
            <a:miter/>
            <a:headEnd type="none" w="sm" len="sm"/>
            <a:tailEnd type="none" w="sm" len="sm"/>
          </a:ln>
        </p:spPr>
      </p:cxnSp>
      <p:sp>
        <p:nvSpPr>
          <p:cNvPr id="5" name="Cảm biến">
            <a:extLst>
              <a:ext uri="{FF2B5EF4-FFF2-40B4-BE49-F238E27FC236}">
                <a16:creationId xmlns:a16="http://schemas.microsoft.com/office/drawing/2014/main" id="{AF7ED803-FE2E-463E-B212-B82107DF7F9F}"/>
              </a:ext>
            </a:extLst>
          </p:cNvPr>
          <p:cNvSpPr>
            <a:spLocks noGrp="1"/>
          </p:cNvSpPr>
          <p:nvPr/>
        </p:nvSpPr>
        <p:spPr>
          <a:xfrm>
            <a:off x="609600" y="2057400"/>
            <a:ext cx="1714500" cy="781050"/>
          </a:xfrm>
          <a:prstGeom prst="roundRect">
            <a:avLst>
              <a:gd name="adj" fmla="val 12195"/>
            </a:avLst>
          </a:prstGeom>
          <a:solidFill>
            <a:srgbClr val="FFFFFF"/>
          </a:solidFill>
          <a:ln w="17145">
            <a:solidFill>
              <a:srgbClr val="003366"/>
            </a:solidFill>
          </a:ln>
        </p:spPr>
        <p:txBody>
          <a:bodyPr wrap="square" lIns="114300" tIns="66675" rIns="114300" bIns="66675" anchor="ctr">
            <a:noAutofit/>
          </a:bodyPr>
          <a:lstStyle>
            <a:defPPr algn="ctr">
              <a:defRPr sz="2100" b="1">
                <a:solidFill>
                  <a:srgbClr val="003366"/>
                </a:solidFill>
                <a:latin typeface="Lato"/>
                <a:ea typeface="Lato"/>
                <a:cs typeface="Lato"/>
              </a:defRPr>
            </a:defPPr>
            <a:lvl1pPr algn="ctr">
              <a:buNone/>
              <a:defRPr sz="2100" b="1">
                <a:solidFill>
                  <a:srgbClr val="003366"/>
                </a:solidFill>
                <a:latin typeface="Lato"/>
                <a:ea typeface="Lato"/>
                <a:cs typeface="Lato"/>
              </a:defRPr>
            </a:lvl1pPr>
            <a:lvl2pPr algn="ctr">
              <a:buNone/>
              <a:defRPr sz="2100" b="1">
                <a:solidFill>
                  <a:srgbClr val="003366"/>
                </a:solidFill>
                <a:latin typeface="Lato"/>
                <a:ea typeface="Lato"/>
                <a:cs typeface="Lato"/>
              </a:defRPr>
            </a:lvl2pPr>
            <a:lvl3pPr algn="ctr">
              <a:buNone/>
              <a:defRPr sz="2100" b="1">
                <a:solidFill>
                  <a:srgbClr val="003366"/>
                </a:solidFill>
                <a:latin typeface="Lato"/>
                <a:ea typeface="Lato"/>
                <a:cs typeface="Lato"/>
              </a:defRPr>
            </a:lvl3pPr>
            <a:lvl4pPr algn="ctr">
              <a:buNone/>
              <a:defRPr sz="2100" b="1">
                <a:solidFill>
                  <a:srgbClr val="003366"/>
                </a:solidFill>
                <a:latin typeface="Lato"/>
                <a:ea typeface="Lato"/>
                <a:cs typeface="Lato"/>
              </a:defRPr>
            </a:lvl4pPr>
            <a:lvl5pPr algn="ctr">
              <a:buNone/>
              <a:defRPr sz="2100" b="1">
                <a:solidFill>
                  <a:srgbClr val="003366"/>
                </a:solidFill>
                <a:latin typeface="Lato"/>
                <a:ea typeface="Lato"/>
                <a:cs typeface="Lato"/>
              </a:defRPr>
            </a:lvl5pPr>
            <a:lvl6pPr algn="ctr">
              <a:buNone/>
              <a:defRPr sz="2100" b="1">
                <a:solidFill>
                  <a:srgbClr val="003366"/>
                </a:solidFill>
                <a:latin typeface="Lato"/>
                <a:ea typeface="Lato"/>
                <a:cs typeface="Lato"/>
              </a:defRPr>
            </a:lvl6pPr>
            <a:lvl7pPr algn="ctr">
              <a:buNone/>
              <a:defRPr sz="2100" b="1">
                <a:solidFill>
                  <a:srgbClr val="003366"/>
                </a:solidFill>
                <a:latin typeface="Lato"/>
                <a:ea typeface="Lato"/>
                <a:cs typeface="Lato"/>
              </a:defRPr>
            </a:lvl7pPr>
            <a:lvl8pPr algn="ctr">
              <a:buNone/>
              <a:defRPr sz="2100" b="1">
                <a:solidFill>
                  <a:srgbClr val="003366"/>
                </a:solidFill>
                <a:latin typeface="Lato"/>
                <a:ea typeface="Lato"/>
                <a:cs typeface="Lato"/>
              </a:defRPr>
            </a:lvl8pPr>
            <a:lvl9pPr algn="ctr">
              <a:buNone/>
              <a:defRPr sz="2100" b="1">
                <a:solidFill>
                  <a:srgbClr val="003366"/>
                </a:solidFill>
                <a:latin typeface="Lato"/>
                <a:ea typeface="Lato"/>
                <a:cs typeface="Lato"/>
              </a:defRPr>
            </a:lvl9pPr>
          </a:lstStyle>
          <a:p>
            <a:pPr algn="ctr">
              <a:buNone/>
              <a:defRPr sz="2100" b="1">
                <a:solidFill>
                  <a:srgbClr val="003366"/>
                </a:solidFill>
                <a:latin typeface="Lato"/>
                <a:ea typeface="Lato"/>
                <a:cs typeface="Lato"/>
              </a:defRPr>
            </a:pPr>
            <a:r>
              <a:rPr sz="2100" b="1">
                <a:solidFill>
                  <a:srgbClr val="003366"/>
                </a:solidFill>
                <a:latin typeface="Lato"/>
                <a:ea typeface="Lato"/>
                <a:cs typeface="Lato"/>
              </a:rPr>
              <a:t>Cảm biến</a:t>
            </a:r>
          </a:p>
        </p:txBody>
      </p:sp>
      <p:sp>
        <p:nvSpPr>
          <p:cNvPr id="6" name="ESP8266">
            <a:extLst>
              <a:ext uri="{FF2B5EF4-FFF2-40B4-BE49-F238E27FC236}">
                <a16:creationId xmlns:a16="http://schemas.microsoft.com/office/drawing/2014/main" id="{3EEFD47B-E175-4707-9DB7-1032AC9B16CB}"/>
              </a:ext>
            </a:extLst>
          </p:cNvPr>
          <p:cNvSpPr>
            <a:spLocks noGrp="1"/>
          </p:cNvSpPr>
          <p:nvPr/>
        </p:nvSpPr>
        <p:spPr>
          <a:xfrm>
            <a:off x="3190875" y="2057400"/>
            <a:ext cx="1762125" cy="781050"/>
          </a:xfrm>
          <a:prstGeom prst="roundRect">
            <a:avLst>
              <a:gd name="adj" fmla="val 12195"/>
            </a:avLst>
          </a:prstGeom>
          <a:solidFill>
            <a:srgbClr val="FFFFFF"/>
          </a:solidFill>
          <a:ln w="17145">
            <a:solidFill>
              <a:srgbClr val="003366"/>
            </a:solidFill>
          </a:ln>
        </p:spPr>
        <p:txBody>
          <a:bodyPr wrap="square" lIns="114300" tIns="66675" rIns="114300" bIns="66675" anchor="ctr">
            <a:noAutofit/>
          </a:bodyPr>
          <a:lstStyle>
            <a:defPPr algn="ctr">
              <a:defRPr sz="2100" b="1">
                <a:solidFill>
                  <a:srgbClr val="003366"/>
                </a:solidFill>
                <a:latin typeface="Lato"/>
                <a:ea typeface="Lato"/>
                <a:cs typeface="Lato"/>
              </a:defRPr>
            </a:defPPr>
            <a:lvl1pPr algn="ctr">
              <a:buNone/>
              <a:defRPr sz="2100" b="1">
                <a:solidFill>
                  <a:srgbClr val="003366"/>
                </a:solidFill>
                <a:latin typeface="Lato"/>
                <a:ea typeface="Lato"/>
                <a:cs typeface="Lato"/>
              </a:defRPr>
            </a:lvl1pPr>
            <a:lvl2pPr algn="ctr">
              <a:buNone/>
              <a:defRPr sz="2100" b="1">
                <a:solidFill>
                  <a:srgbClr val="003366"/>
                </a:solidFill>
                <a:latin typeface="Lato"/>
                <a:ea typeface="Lato"/>
                <a:cs typeface="Lato"/>
              </a:defRPr>
            </a:lvl2pPr>
            <a:lvl3pPr algn="ctr">
              <a:buNone/>
              <a:defRPr sz="2100" b="1">
                <a:solidFill>
                  <a:srgbClr val="003366"/>
                </a:solidFill>
                <a:latin typeface="Lato"/>
                <a:ea typeface="Lato"/>
                <a:cs typeface="Lato"/>
              </a:defRPr>
            </a:lvl3pPr>
            <a:lvl4pPr algn="ctr">
              <a:buNone/>
              <a:defRPr sz="2100" b="1">
                <a:solidFill>
                  <a:srgbClr val="003366"/>
                </a:solidFill>
                <a:latin typeface="Lato"/>
                <a:ea typeface="Lato"/>
                <a:cs typeface="Lato"/>
              </a:defRPr>
            </a:lvl4pPr>
            <a:lvl5pPr algn="ctr">
              <a:buNone/>
              <a:defRPr sz="2100" b="1">
                <a:solidFill>
                  <a:srgbClr val="003366"/>
                </a:solidFill>
                <a:latin typeface="Lato"/>
                <a:ea typeface="Lato"/>
                <a:cs typeface="Lato"/>
              </a:defRPr>
            </a:lvl5pPr>
            <a:lvl6pPr algn="ctr">
              <a:buNone/>
              <a:defRPr sz="2100" b="1">
                <a:solidFill>
                  <a:srgbClr val="003366"/>
                </a:solidFill>
                <a:latin typeface="Lato"/>
                <a:ea typeface="Lato"/>
                <a:cs typeface="Lato"/>
              </a:defRPr>
            </a:lvl6pPr>
            <a:lvl7pPr algn="ctr">
              <a:buNone/>
              <a:defRPr sz="2100" b="1">
                <a:solidFill>
                  <a:srgbClr val="003366"/>
                </a:solidFill>
                <a:latin typeface="Lato"/>
                <a:ea typeface="Lato"/>
                <a:cs typeface="Lato"/>
              </a:defRPr>
            </a:lvl7pPr>
            <a:lvl8pPr algn="ctr">
              <a:buNone/>
              <a:defRPr sz="2100" b="1">
                <a:solidFill>
                  <a:srgbClr val="003366"/>
                </a:solidFill>
                <a:latin typeface="Lato"/>
                <a:ea typeface="Lato"/>
                <a:cs typeface="Lato"/>
              </a:defRPr>
            </a:lvl8pPr>
            <a:lvl9pPr algn="ctr">
              <a:buNone/>
              <a:defRPr sz="2100" b="1">
                <a:solidFill>
                  <a:srgbClr val="003366"/>
                </a:solidFill>
                <a:latin typeface="Lato"/>
                <a:ea typeface="Lato"/>
                <a:cs typeface="Lato"/>
              </a:defRPr>
            </a:lvl9pPr>
          </a:lstStyle>
          <a:p>
            <a:pPr algn="ctr">
              <a:buNone/>
              <a:defRPr sz="2100" b="1">
                <a:solidFill>
                  <a:srgbClr val="003366"/>
                </a:solidFill>
                <a:latin typeface="Lato"/>
                <a:ea typeface="Lato"/>
                <a:cs typeface="Lato"/>
              </a:defRPr>
            </a:pPr>
            <a:r>
              <a:rPr sz="2100" b="1">
                <a:solidFill>
                  <a:srgbClr val="003366"/>
                </a:solidFill>
                <a:latin typeface="Lato"/>
                <a:ea typeface="Lato"/>
                <a:cs typeface="Lato"/>
              </a:rPr>
              <a:t>ESP8266</a:t>
            </a:r>
          </a:p>
        </p:txBody>
      </p:sp>
      <p:sp>
        <p:nvSpPr>
          <p:cNvPr id="7" name="Mosquitto">
            <a:extLst>
              <a:ext uri="{FF2B5EF4-FFF2-40B4-BE49-F238E27FC236}">
                <a16:creationId xmlns:a16="http://schemas.microsoft.com/office/drawing/2014/main" id="{7E06C766-6693-4CBB-B83C-22E7044CFFE3}"/>
              </a:ext>
            </a:extLst>
          </p:cNvPr>
          <p:cNvSpPr>
            <a:spLocks noGrp="1"/>
          </p:cNvSpPr>
          <p:nvPr/>
        </p:nvSpPr>
        <p:spPr>
          <a:xfrm>
            <a:off x="6191250" y="2057400"/>
            <a:ext cx="1762125" cy="781050"/>
          </a:xfrm>
          <a:prstGeom prst="roundRect">
            <a:avLst>
              <a:gd name="adj" fmla="val 12195"/>
            </a:avLst>
          </a:prstGeom>
          <a:solidFill>
            <a:srgbClr val="FFFFFF"/>
          </a:solidFill>
          <a:ln w="17145">
            <a:solidFill>
              <a:srgbClr val="003366"/>
            </a:solidFill>
          </a:ln>
        </p:spPr>
        <p:txBody>
          <a:bodyPr wrap="square" lIns="114300" tIns="66675" rIns="114300" bIns="66675" anchor="ctr">
            <a:noAutofit/>
          </a:bodyPr>
          <a:lstStyle>
            <a:defPPr algn="ctr">
              <a:defRPr sz="2100" b="1">
                <a:solidFill>
                  <a:srgbClr val="003366"/>
                </a:solidFill>
                <a:latin typeface="Lato"/>
                <a:ea typeface="Lato"/>
                <a:cs typeface="Lato"/>
              </a:defRPr>
            </a:defPPr>
            <a:lvl1pPr algn="ctr">
              <a:buNone/>
              <a:defRPr sz="2100" b="1">
                <a:solidFill>
                  <a:srgbClr val="003366"/>
                </a:solidFill>
                <a:latin typeface="Lato"/>
                <a:ea typeface="Lato"/>
                <a:cs typeface="Lato"/>
              </a:defRPr>
            </a:lvl1pPr>
            <a:lvl2pPr algn="ctr">
              <a:buNone/>
              <a:defRPr sz="2100" b="1">
                <a:solidFill>
                  <a:srgbClr val="003366"/>
                </a:solidFill>
                <a:latin typeface="Lato"/>
                <a:ea typeface="Lato"/>
                <a:cs typeface="Lato"/>
              </a:defRPr>
            </a:lvl2pPr>
            <a:lvl3pPr algn="ctr">
              <a:buNone/>
              <a:defRPr sz="2100" b="1">
                <a:solidFill>
                  <a:srgbClr val="003366"/>
                </a:solidFill>
                <a:latin typeface="Lato"/>
                <a:ea typeface="Lato"/>
                <a:cs typeface="Lato"/>
              </a:defRPr>
            </a:lvl3pPr>
            <a:lvl4pPr algn="ctr">
              <a:buNone/>
              <a:defRPr sz="2100" b="1">
                <a:solidFill>
                  <a:srgbClr val="003366"/>
                </a:solidFill>
                <a:latin typeface="Lato"/>
                <a:ea typeface="Lato"/>
                <a:cs typeface="Lato"/>
              </a:defRPr>
            </a:lvl4pPr>
            <a:lvl5pPr algn="ctr">
              <a:buNone/>
              <a:defRPr sz="2100" b="1">
                <a:solidFill>
                  <a:srgbClr val="003366"/>
                </a:solidFill>
                <a:latin typeface="Lato"/>
                <a:ea typeface="Lato"/>
                <a:cs typeface="Lato"/>
              </a:defRPr>
            </a:lvl5pPr>
            <a:lvl6pPr algn="ctr">
              <a:buNone/>
              <a:defRPr sz="2100" b="1">
                <a:solidFill>
                  <a:srgbClr val="003366"/>
                </a:solidFill>
                <a:latin typeface="Lato"/>
                <a:ea typeface="Lato"/>
                <a:cs typeface="Lato"/>
              </a:defRPr>
            </a:lvl6pPr>
            <a:lvl7pPr algn="ctr">
              <a:buNone/>
              <a:defRPr sz="2100" b="1">
                <a:solidFill>
                  <a:srgbClr val="003366"/>
                </a:solidFill>
                <a:latin typeface="Lato"/>
                <a:ea typeface="Lato"/>
                <a:cs typeface="Lato"/>
              </a:defRPr>
            </a:lvl7pPr>
            <a:lvl8pPr algn="ctr">
              <a:buNone/>
              <a:defRPr sz="2100" b="1">
                <a:solidFill>
                  <a:srgbClr val="003366"/>
                </a:solidFill>
                <a:latin typeface="Lato"/>
                <a:ea typeface="Lato"/>
                <a:cs typeface="Lato"/>
              </a:defRPr>
            </a:lvl8pPr>
            <a:lvl9pPr algn="ctr">
              <a:buNone/>
              <a:defRPr sz="2100" b="1">
                <a:solidFill>
                  <a:srgbClr val="003366"/>
                </a:solidFill>
                <a:latin typeface="Lato"/>
                <a:ea typeface="Lato"/>
                <a:cs typeface="Lato"/>
              </a:defRPr>
            </a:lvl9pPr>
          </a:lstStyle>
          <a:p>
            <a:pPr algn="ctr">
              <a:buNone/>
              <a:defRPr sz="2100" b="1">
                <a:solidFill>
                  <a:srgbClr val="003366"/>
                </a:solidFill>
                <a:latin typeface="Lato"/>
                <a:ea typeface="Lato"/>
                <a:cs typeface="Lato"/>
              </a:defRPr>
            </a:pPr>
            <a:r>
              <a:rPr sz="2100" b="1">
                <a:solidFill>
                  <a:srgbClr val="003366"/>
                </a:solidFill>
                <a:latin typeface="Lato"/>
                <a:ea typeface="Lato"/>
                <a:cs typeface="Lato"/>
              </a:rPr>
              <a:t>Mosquitto</a:t>
            </a:r>
          </a:p>
        </p:txBody>
      </p:sp>
      <p:sp>
        <p:nvSpPr>
          <p:cNvPr id="8" name="Backend">
            <a:extLst>
              <a:ext uri="{FF2B5EF4-FFF2-40B4-BE49-F238E27FC236}">
                <a16:creationId xmlns:a16="http://schemas.microsoft.com/office/drawing/2014/main" id="{65A7D577-6704-4E89-95C8-90CB5D2C3B56}"/>
              </a:ext>
            </a:extLst>
          </p:cNvPr>
          <p:cNvSpPr>
            <a:spLocks noGrp="1"/>
          </p:cNvSpPr>
          <p:nvPr/>
        </p:nvSpPr>
        <p:spPr>
          <a:xfrm>
            <a:off x="9601200" y="2057400"/>
            <a:ext cx="1924050" cy="781050"/>
          </a:xfrm>
          <a:prstGeom prst="roundRect">
            <a:avLst>
              <a:gd name="adj" fmla="val 12195"/>
            </a:avLst>
          </a:prstGeom>
          <a:solidFill>
            <a:srgbClr val="FFFFFF"/>
          </a:solidFill>
          <a:ln w="17145">
            <a:solidFill>
              <a:srgbClr val="003366"/>
            </a:solidFill>
          </a:ln>
        </p:spPr>
        <p:txBody>
          <a:bodyPr wrap="square" lIns="114300" tIns="66675" rIns="114300" bIns="66675" anchor="ctr">
            <a:noAutofit/>
          </a:bodyPr>
          <a:lstStyle>
            <a:defPPr algn="ctr">
              <a:defRPr sz="2100" b="1">
                <a:solidFill>
                  <a:srgbClr val="003366"/>
                </a:solidFill>
                <a:latin typeface="Lato"/>
                <a:ea typeface="Lato"/>
                <a:cs typeface="Lato"/>
              </a:defRPr>
            </a:defPPr>
            <a:lvl1pPr algn="ctr">
              <a:buNone/>
              <a:defRPr sz="2100" b="1">
                <a:solidFill>
                  <a:srgbClr val="003366"/>
                </a:solidFill>
                <a:latin typeface="Lato"/>
                <a:ea typeface="Lato"/>
                <a:cs typeface="Lato"/>
              </a:defRPr>
            </a:lvl1pPr>
            <a:lvl2pPr algn="ctr">
              <a:buNone/>
              <a:defRPr sz="2100" b="1">
                <a:solidFill>
                  <a:srgbClr val="003366"/>
                </a:solidFill>
                <a:latin typeface="Lato"/>
                <a:ea typeface="Lato"/>
                <a:cs typeface="Lato"/>
              </a:defRPr>
            </a:lvl2pPr>
            <a:lvl3pPr algn="ctr">
              <a:buNone/>
              <a:defRPr sz="2100" b="1">
                <a:solidFill>
                  <a:srgbClr val="003366"/>
                </a:solidFill>
                <a:latin typeface="Lato"/>
                <a:ea typeface="Lato"/>
                <a:cs typeface="Lato"/>
              </a:defRPr>
            </a:lvl3pPr>
            <a:lvl4pPr algn="ctr">
              <a:buNone/>
              <a:defRPr sz="2100" b="1">
                <a:solidFill>
                  <a:srgbClr val="003366"/>
                </a:solidFill>
                <a:latin typeface="Lato"/>
                <a:ea typeface="Lato"/>
                <a:cs typeface="Lato"/>
              </a:defRPr>
            </a:lvl4pPr>
            <a:lvl5pPr algn="ctr">
              <a:buNone/>
              <a:defRPr sz="2100" b="1">
                <a:solidFill>
                  <a:srgbClr val="003366"/>
                </a:solidFill>
                <a:latin typeface="Lato"/>
                <a:ea typeface="Lato"/>
                <a:cs typeface="Lato"/>
              </a:defRPr>
            </a:lvl5pPr>
            <a:lvl6pPr algn="ctr">
              <a:buNone/>
              <a:defRPr sz="2100" b="1">
                <a:solidFill>
                  <a:srgbClr val="003366"/>
                </a:solidFill>
                <a:latin typeface="Lato"/>
                <a:ea typeface="Lato"/>
                <a:cs typeface="Lato"/>
              </a:defRPr>
            </a:lvl6pPr>
            <a:lvl7pPr algn="ctr">
              <a:buNone/>
              <a:defRPr sz="2100" b="1">
                <a:solidFill>
                  <a:srgbClr val="003366"/>
                </a:solidFill>
                <a:latin typeface="Lato"/>
                <a:ea typeface="Lato"/>
                <a:cs typeface="Lato"/>
              </a:defRPr>
            </a:lvl7pPr>
            <a:lvl8pPr algn="ctr">
              <a:buNone/>
              <a:defRPr sz="2100" b="1">
                <a:solidFill>
                  <a:srgbClr val="003366"/>
                </a:solidFill>
                <a:latin typeface="Lato"/>
                <a:ea typeface="Lato"/>
                <a:cs typeface="Lato"/>
              </a:defRPr>
            </a:lvl8pPr>
            <a:lvl9pPr algn="ctr">
              <a:buNone/>
              <a:defRPr sz="2100" b="1">
                <a:solidFill>
                  <a:srgbClr val="003366"/>
                </a:solidFill>
                <a:latin typeface="Lato"/>
                <a:ea typeface="Lato"/>
                <a:cs typeface="Lato"/>
              </a:defRPr>
            </a:lvl9pPr>
          </a:lstStyle>
          <a:p>
            <a:pPr algn="ctr">
              <a:buNone/>
              <a:defRPr sz="2100" b="1">
                <a:solidFill>
                  <a:srgbClr val="003366"/>
                </a:solidFill>
                <a:latin typeface="Lato"/>
                <a:ea typeface="Lato"/>
                <a:cs typeface="Lato"/>
              </a:defRPr>
            </a:pPr>
            <a:r>
              <a:rPr sz="2100" b="1">
                <a:solidFill>
                  <a:srgbClr val="003366"/>
                </a:solidFill>
                <a:latin typeface="Lato"/>
                <a:ea typeface="Lato"/>
                <a:cs typeface="Lato"/>
              </a:rPr>
              <a:t>Backend</a:t>
            </a:r>
          </a:p>
        </p:txBody>
      </p:sp>
      <p:sp>
        <p:nvSpPr>
          <p:cNvPr id="9" name="LED RGB">
            <a:extLst>
              <a:ext uri="{FF2B5EF4-FFF2-40B4-BE49-F238E27FC236}">
                <a16:creationId xmlns:a16="http://schemas.microsoft.com/office/drawing/2014/main" id="{A1B51A80-843F-4629-9ADE-33A608D07428}"/>
              </a:ext>
            </a:extLst>
          </p:cNvPr>
          <p:cNvSpPr>
            <a:spLocks noGrp="1"/>
          </p:cNvSpPr>
          <p:nvPr/>
        </p:nvSpPr>
        <p:spPr>
          <a:xfrm>
            <a:off x="2695575" y="3914775"/>
            <a:ext cx="1333500" cy="714375"/>
          </a:xfrm>
          <a:prstGeom prst="roundRect">
            <a:avLst>
              <a:gd name="adj" fmla="val 13333"/>
            </a:avLst>
          </a:prstGeom>
          <a:solidFill>
            <a:srgbClr val="FFFFFF"/>
          </a:solidFill>
          <a:ln w="17145">
            <a:solidFill>
              <a:srgbClr val="003366"/>
            </a:solidFill>
          </a:ln>
        </p:spPr>
        <p:txBody>
          <a:bodyPr wrap="square" lIns="114300" tIns="66675" rIns="114300" bIns="66675" anchor="ctr">
            <a:noAutofit/>
          </a:bodyPr>
          <a:lstStyle>
            <a:defPPr algn="ctr">
              <a:defRPr sz="1875" b="1">
                <a:solidFill>
                  <a:srgbClr val="003366"/>
                </a:solidFill>
                <a:latin typeface="Lato"/>
                <a:ea typeface="Lato"/>
                <a:cs typeface="Lato"/>
              </a:defRPr>
            </a:defPPr>
            <a:lvl1pPr algn="ctr">
              <a:buNone/>
              <a:defRPr sz="1875" b="1">
                <a:solidFill>
                  <a:srgbClr val="003366"/>
                </a:solidFill>
                <a:latin typeface="Lato"/>
                <a:ea typeface="Lato"/>
                <a:cs typeface="Lato"/>
              </a:defRPr>
            </a:lvl1pPr>
            <a:lvl2pPr algn="ctr">
              <a:buNone/>
              <a:defRPr sz="1875" b="1">
                <a:solidFill>
                  <a:srgbClr val="003366"/>
                </a:solidFill>
                <a:latin typeface="Lato"/>
                <a:ea typeface="Lato"/>
                <a:cs typeface="Lato"/>
              </a:defRPr>
            </a:lvl2pPr>
            <a:lvl3pPr algn="ctr">
              <a:buNone/>
              <a:defRPr sz="1875" b="1">
                <a:solidFill>
                  <a:srgbClr val="003366"/>
                </a:solidFill>
                <a:latin typeface="Lato"/>
                <a:ea typeface="Lato"/>
                <a:cs typeface="Lato"/>
              </a:defRPr>
            </a:lvl3pPr>
            <a:lvl4pPr algn="ctr">
              <a:buNone/>
              <a:defRPr sz="1875" b="1">
                <a:solidFill>
                  <a:srgbClr val="003366"/>
                </a:solidFill>
                <a:latin typeface="Lato"/>
                <a:ea typeface="Lato"/>
                <a:cs typeface="Lato"/>
              </a:defRPr>
            </a:lvl4pPr>
            <a:lvl5pPr algn="ctr">
              <a:buNone/>
              <a:defRPr sz="1875" b="1">
                <a:solidFill>
                  <a:srgbClr val="003366"/>
                </a:solidFill>
                <a:latin typeface="Lato"/>
                <a:ea typeface="Lato"/>
                <a:cs typeface="Lato"/>
              </a:defRPr>
            </a:lvl5pPr>
            <a:lvl6pPr algn="ctr">
              <a:buNone/>
              <a:defRPr sz="1875" b="1">
                <a:solidFill>
                  <a:srgbClr val="003366"/>
                </a:solidFill>
                <a:latin typeface="Lato"/>
                <a:ea typeface="Lato"/>
                <a:cs typeface="Lato"/>
              </a:defRPr>
            </a:lvl6pPr>
            <a:lvl7pPr algn="ctr">
              <a:buNone/>
              <a:defRPr sz="1875" b="1">
                <a:solidFill>
                  <a:srgbClr val="003366"/>
                </a:solidFill>
                <a:latin typeface="Lato"/>
                <a:ea typeface="Lato"/>
                <a:cs typeface="Lato"/>
              </a:defRPr>
            </a:lvl7pPr>
            <a:lvl8pPr algn="ctr">
              <a:buNone/>
              <a:defRPr sz="1875" b="1">
                <a:solidFill>
                  <a:srgbClr val="003366"/>
                </a:solidFill>
                <a:latin typeface="Lato"/>
                <a:ea typeface="Lato"/>
                <a:cs typeface="Lato"/>
              </a:defRPr>
            </a:lvl8pPr>
            <a:lvl9pPr algn="ctr">
              <a:buNone/>
              <a:defRPr sz="1875" b="1">
                <a:solidFill>
                  <a:srgbClr val="003366"/>
                </a:solidFill>
                <a:latin typeface="Lato"/>
                <a:ea typeface="Lato"/>
                <a:cs typeface="Lato"/>
              </a:defRPr>
            </a:lvl9pPr>
          </a:lstStyle>
          <a:p>
            <a:pPr algn="ctr">
              <a:buNone/>
              <a:defRPr sz="1875" b="1">
                <a:solidFill>
                  <a:srgbClr val="003366"/>
                </a:solidFill>
                <a:latin typeface="Lato"/>
                <a:ea typeface="Lato"/>
                <a:cs typeface="Lato"/>
              </a:defRPr>
            </a:pPr>
            <a:r>
              <a:rPr sz="1875" b="1">
                <a:solidFill>
                  <a:srgbClr val="003366"/>
                </a:solidFill>
                <a:latin typeface="Lato"/>
                <a:ea typeface="Lato"/>
                <a:cs typeface="Lato"/>
              </a:rPr>
              <a:t>LED RGB</a:t>
            </a:r>
          </a:p>
        </p:txBody>
      </p:sp>
      <p:sp>
        <p:nvSpPr>
          <p:cNvPr id="10" name="Module còi">
            <a:extLst>
              <a:ext uri="{FF2B5EF4-FFF2-40B4-BE49-F238E27FC236}">
                <a16:creationId xmlns:a16="http://schemas.microsoft.com/office/drawing/2014/main" id="{D34B649D-E922-4A6B-A736-884490C164A5}"/>
              </a:ext>
            </a:extLst>
          </p:cNvPr>
          <p:cNvSpPr>
            <a:spLocks noGrp="1"/>
          </p:cNvSpPr>
          <p:nvPr/>
        </p:nvSpPr>
        <p:spPr>
          <a:xfrm>
            <a:off x="4505325" y="3914775"/>
            <a:ext cx="1428750" cy="714375"/>
          </a:xfrm>
          <a:prstGeom prst="roundRect">
            <a:avLst>
              <a:gd name="adj" fmla="val 13333"/>
            </a:avLst>
          </a:prstGeom>
          <a:solidFill>
            <a:srgbClr val="FFFFFF"/>
          </a:solidFill>
          <a:ln w="17145">
            <a:solidFill>
              <a:srgbClr val="003366"/>
            </a:solidFill>
          </a:ln>
        </p:spPr>
        <p:txBody>
          <a:bodyPr wrap="square" lIns="114300" tIns="66675" rIns="114300" bIns="66675" anchor="ctr">
            <a:noAutofit/>
          </a:bodyPr>
          <a:lstStyle>
            <a:defPPr algn="ctr">
              <a:defRPr sz="1875" b="1">
                <a:solidFill>
                  <a:srgbClr val="003366"/>
                </a:solidFill>
                <a:latin typeface="Lato"/>
                <a:ea typeface="Lato"/>
                <a:cs typeface="Lato"/>
              </a:defRPr>
            </a:defPPr>
            <a:lvl1pPr algn="ctr">
              <a:buNone/>
              <a:defRPr sz="1875" b="1">
                <a:solidFill>
                  <a:srgbClr val="003366"/>
                </a:solidFill>
                <a:latin typeface="Lato"/>
                <a:ea typeface="Lato"/>
                <a:cs typeface="Lato"/>
              </a:defRPr>
            </a:lvl1pPr>
            <a:lvl2pPr algn="ctr">
              <a:buNone/>
              <a:defRPr sz="1875" b="1">
                <a:solidFill>
                  <a:srgbClr val="003366"/>
                </a:solidFill>
                <a:latin typeface="Lato"/>
                <a:ea typeface="Lato"/>
                <a:cs typeface="Lato"/>
              </a:defRPr>
            </a:lvl2pPr>
            <a:lvl3pPr algn="ctr">
              <a:buNone/>
              <a:defRPr sz="1875" b="1">
                <a:solidFill>
                  <a:srgbClr val="003366"/>
                </a:solidFill>
                <a:latin typeface="Lato"/>
                <a:ea typeface="Lato"/>
                <a:cs typeface="Lato"/>
              </a:defRPr>
            </a:lvl3pPr>
            <a:lvl4pPr algn="ctr">
              <a:buNone/>
              <a:defRPr sz="1875" b="1">
                <a:solidFill>
                  <a:srgbClr val="003366"/>
                </a:solidFill>
                <a:latin typeface="Lato"/>
                <a:ea typeface="Lato"/>
                <a:cs typeface="Lato"/>
              </a:defRPr>
            </a:lvl4pPr>
            <a:lvl5pPr algn="ctr">
              <a:buNone/>
              <a:defRPr sz="1875" b="1">
                <a:solidFill>
                  <a:srgbClr val="003366"/>
                </a:solidFill>
                <a:latin typeface="Lato"/>
                <a:ea typeface="Lato"/>
                <a:cs typeface="Lato"/>
              </a:defRPr>
            </a:lvl5pPr>
            <a:lvl6pPr algn="ctr">
              <a:buNone/>
              <a:defRPr sz="1875" b="1">
                <a:solidFill>
                  <a:srgbClr val="003366"/>
                </a:solidFill>
                <a:latin typeface="Lato"/>
                <a:ea typeface="Lato"/>
                <a:cs typeface="Lato"/>
              </a:defRPr>
            </a:lvl6pPr>
            <a:lvl7pPr algn="ctr">
              <a:buNone/>
              <a:defRPr sz="1875" b="1">
                <a:solidFill>
                  <a:srgbClr val="003366"/>
                </a:solidFill>
                <a:latin typeface="Lato"/>
                <a:ea typeface="Lato"/>
                <a:cs typeface="Lato"/>
              </a:defRPr>
            </a:lvl7pPr>
            <a:lvl8pPr algn="ctr">
              <a:buNone/>
              <a:defRPr sz="1875" b="1">
                <a:solidFill>
                  <a:srgbClr val="003366"/>
                </a:solidFill>
                <a:latin typeface="Lato"/>
                <a:ea typeface="Lato"/>
                <a:cs typeface="Lato"/>
              </a:defRPr>
            </a:lvl8pPr>
            <a:lvl9pPr algn="ctr">
              <a:buNone/>
              <a:defRPr sz="1875" b="1">
                <a:solidFill>
                  <a:srgbClr val="003366"/>
                </a:solidFill>
                <a:latin typeface="Lato"/>
                <a:ea typeface="Lato"/>
                <a:cs typeface="Lato"/>
              </a:defRPr>
            </a:lvl9pPr>
          </a:lstStyle>
          <a:p>
            <a:pPr algn="ctr">
              <a:buNone/>
              <a:defRPr sz="1875" b="1">
                <a:solidFill>
                  <a:srgbClr val="003366"/>
                </a:solidFill>
                <a:latin typeface="Lato"/>
                <a:ea typeface="Lato"/>
                <a:cs typeface="Lato"/>
              </a:defRPr>
            </a:pPr>
            <a:r>
              <a:rPr sz="1875" b="1">
                <a:solidFill>
                  <a:srgbClr val="003366"/>
                </a:solidFill>
                <a:latin typeface="Lato"/>
                <a:ea typeface="Lato"/>
                <a:cs typeface="Lato"/>
              </a:rPr>
              <a:t>Còi báo</a:t>
            </a:r>
          </a:p>
        </p:txBody>
      </p:sp>
      <p:sp>
        <p:nvSpPr>
          <p:cNvPr id="11" name="SQLite">
            <a:extLst>
              <a:ext uri="{FF2B5EF4-FFF2-40B4-BE49-F238E27FC236}">
                <a16:creationId xmlns:a16="http://schemas.microsoft.com/office/drawing/2014/main" id="{4DEBA3F2-95C2-4363-BF41-D0679A056484}"/>
              </a:ext>
            </a:extLst>
          </p:cNvPr>
          <p:cNvSpPr>
            <a:spLocks noGrp="1"/>
          </p:cNvSpPr>
          <p:nvPr/>
        </p:nvSpPr>
        <p:spPr>
          <a:xfrm>
            <a:off x="6562725" y="3914775"/>
            <a:ext cx="1476375" cy="714375"/>
          </a:xfrm>
          <a:prstGeom prst="can">
            <a:avLst/>
          </a:prstGeom>
          <a:solidFill>
            <a:srgbClr val="FFFFFF"/>
          </a:solidFill>
          <a:ln w="17145">
            <a:solidFill>
              <a:srgbClr val="003366"/>
            </a:solidFill>
          </a:ln>
        </p:spPr>
        <p:txBody>
          <a:bodyPr wrap="square" lIns="114300" tIns="66675" rIns="114300" bIns="66675" anchor="ctr">
            <a:noAutofit/>
          </a:bodyPr>
          <a:lstStyle>
            <a:defPPr algn="ctr">
              <a:defRPr sz="1875" b="1">
                <a:solidFill>
                  <a:srgbClr val="003366"/>
                </a:solidFill>
                <a:latin typeface="Lato"/>
                <a:ea typeface="Lato"/>
                <a:cs typeface="Lato"/>
              </a:defRPr>
            </a:defPPr>
            <a:lvl1pPr algn="ctr">
              <a:buNone/>
              <a:defRPr sz="1875" b="1">
                <a:solidFill>
                  <a:srgbClr val="003366"/>
                </a:solidFill>
                <a:latin typeface="Lato"/>
                <a:ea typeface="Lato"/>
                <a:cs typeface="Lato"/>
              </a:defRPr>
            </a:lvl1pPr>
            <a:lvl2pPr algn="ctr">
              <a:buNone/>
              <a:defRPr sz="1875" b="1">
                <a:solidFill>
                  <a:srgbClr val="003366"/>
                </a:solidFill>
                <a:latin typeface="Lato"/>
                <a:ea typeface="Lato"/>
                <a:cs typeface="Lato"/>
              </a:defRPr>
            </a:lvl2pPr>
            <a:lvl3pPr algn="ctr">
              <a:buNone/>
              <a:defRPr sz="1875" b="1">
                <a:solidFill>
                  <a:srgbClr val="003366"/>
                </a:solidFill>
                <a:latin typeface="Lato"/>
                <a:ea typeface="Lato"/>
                <a:cs typeface="Lato"/>
              </a:defRPr>
            </a:lvl3pPr>
            <a:lvl4pPr algn="ctr">
              <a:buNone/>
              <a:defRPr sz="1875" b="1">
                <a:solidFill>
                  <a:srgbClr val="003366"/>
                </a:solidFill>
                <a:latin typeface="Lato"/>
                <a:ea typeface="Lato"/>
                <a:cs typeface="Lato"/>
              </a:defRPr>
            </a:lvl4pPr>
            <a:lvl5pPr algn="ctr">
              <a:buNone/>
              <a:defRPr sz="1875" b="1">
                <a:solidFill>
                  <a:srgbClr val="003366"/>
                </a:solidFill>
                <a:latin typeface="Lato"/>
                <a:ea typeface="Lato"/>
                <a:cs typeface="Lato"/>
              </a:defRPr>
            </a:lvl5pPr>
            <a:lvl6pPr algn="ctr">
              <a:buNone/>
              <a:defRPr sz="1875" b="1">
                <a:solidFill>
                  <a:srgbClr val="003366"/>
                </a:solidFill>
                <a:latin typeface="Lato"/>
                <a:ea typeface="Lato"/>
                <a:cs typeface="Lato"/>
              </a:defRPr>
            </a:lvl6pPr>
            <a:lvl7pPr algn="ctr">
              <a:buNone/>
              <a:defRPr sz="1875" b="1">
                <a:solidFill>
                  <a:srgbClr val="003366"/>
                </a:solidFill>
                <a:latin typeface="Lato"/>
                <a:ea typeface="Lato"/>
                <a:cs typeface="Lato"/>
              </a:defRPr>
            </a:lvl7pPr>
            <a:lvl8pPr algn="ctr">
              <a:buNone/>
              <a:defRPr sz="1875" b="1">
                <a:solidFill>
                  <a:srgbClr val="003366"/>
                </a:solidFill>
                <a:latin typeface="Lato"/>
                <a:ea typeface="Lato"/>
                <a:cs typeface="Lato"/>
              </a:defRPr>
            </a:lvl8pPr>
            <a:lvl9pPr algn="ctr">
              <a:buNone/>
              <a:defRPr sz="1875" b="1">
                <a:solidFill>
                  <a:srgbClr val="003366"/>
                </a:solidFill>
                <a:latin typeface="Lato"/>
                <a:ea typeface="Lato"/>
                <a:cs typeface="Lato"/>
              </a:defRPr>
            </a:lvl9pPr>
          </a:lstStyle>
          <a:p>
            <a:pPr algn="ctr">
              <a:buNone/>
              <a:defRPr sz="1875" b="1">
                <a:solidFill>
                  <a:srgbClr val="003366"/>
                </a:solidFill>
                <a:latin typeface="Lato"/>
                <a:ea typeface="Lato"/>
                <a:cs typeface="Lato"/>
              </a:defRPr>
            </a:pPr>
            <a:r>
              <a:rPr lang="en-US" sz="1875" b="1" dirty="0">
                <a:solidFill>
                  <a:srgbClr val="003366"/>
                </a:solidFill>
                <a:latin typeface="Lato"/>
                <a:ea typeface="Lato"/>
                <a:cs typeface="Lato"/>
              </a:rPr>
              <a:t>My SQL</a:t>
            </a:r>
            <a:endParaRPr sz="1875" b="1" dirty="0">
              <a:solidFill>
                <a:srgbClr val="003366"/>
              </a:solidFill>
              <a:latin typeface="Lato"/>
              <a:ea typeface="Lato"/>
              <a:cs typeface="Lato"/>
            </a:endParaRPr>
          </a:p>
        </p:txBody>
      </p:sp>
      <p:sp>
        <p:nvSpPr>
          <p:cNvPr id="12" name="Website">
            <a:extLst>
              <a:ext uri="{FF2B5EF4-FFF2-40B4-BE49-F238E27FC236}">
                <a16:creationId xmlns:a16="http://schemas.microsoft.com/office/drawing/2014/main" id="{62CE8F02-0BA5-4BBA-BE1B-8496D7057066}"/>
              </a:ext>
            </a:extLst>
          </p:cNvPr>
          <p:cNvSpPr>
            <a:spLocks noGrp="1"/>
          </p:cNvSpPr>
          <p:nvPr/>
        </p:nvSpPr>
        <p:spPr>
          <a:xfrm>
            <a:off x="8410575" y="3914775"/>
            <a:ext cx="1381125" cy="714375"/>
          </a:xfrm>
          <a:prstGeom prst="roundRect">
            <a:avLst>
              <a:gd name="adj" fmla="val 13333"/>
            </a:avLst>
          </a:prstGeom>
          <a:solidFill>
            <a:srgbClr val="FFFFFF"/>
          </a:solidFill>
          <a:ln w="17145">
            <a:solidFill>
              <a:srgbClr val="003366"/>
            </a:solidFill>
          </a:ln>
        </p:spPr>
        <p:txBody>
          <a:bodyPr wrap="square" lIns="114300" tIns="66675" rIns="114300" bIns="66675" anchor="ctr">
            <a:noAutofit/>
          </a:bodyPr>
          <a:lstStyle>
            <a:defPPr algn="ctr">
              <a:defRPr sz="1875" b="1">
                <a:solidFill>
                  <a:srgbClr val="003366"/>
                </a:solidFill>
                <a:latin typeface="Lato"/>
                <a:ea typeface="Lato"/>
                <a:cs typeface="Lato"/>
              </a:defRPr>
            </a:defPPr>
            <a:lvl1pPr algn="ctr">
              <a:buNone/>
              <a:defRPr sz="1875" b="1">
                <a:solidFill>
                  <a:srgbClr val="003366"/>
                </a:solidFill>
                <a:latin typeface="Lato"/>
                <a:ea typeface="Lato"/>
                <a:cs typeface="Lato"/>
              </a:defRPr>
            </a:lvl1pPr>
            <a:lvl2pPr algn="ctr">
              <a:buNone/>
              <a:defRPr sz="1875" b="1">
                <a:solidFill>
                  <a:srgbClr val="003366"/>
                </a:solidFill>
                <a:latin typeface="Lato"/>
                <a:ea typeface="Lato"/>
                <a:cs typeface="Lato"/>
              </a:defRPr>
            </a:lvl2pPr>
            <a:lvl3pPr algn="ctr">
              <a:buNone/>
              <a:defRPr sz="1875" b="1">
                <a:solidFill>
                  <a:srgbClr val="003366"/>
                </a:solidFill>
                <a:latin typeface="Lato"/>
                <a:ea typeface="Lato"/>
                <a:cs typeface="Lato"/>
              </a:defRPr>
            </a:lvl3pPr>
            <a:lvl4pPr algn="ctr">
              <a:buNone/>
              <a:defRPr sz="1875" b="1">
                <a:solidFill>
                  <a:srgbClr val="003366"/>
                </a:solidFill>
                <a:latin typeface="Lato"/>
                <a:ea typeface="Lato"/>
                <a:cs typeface="Lato"/>
              </a:defRPr>
            </a:lvl4pPr>
            <a:lvl5pPr algn="ctr">
              <a:buNone/>
              <a:defRPr sz="1875" b="1">
                <a:solidFill>
                  <a:srgbClr val="003366"/>
                </a:solidFill>
                <a:latin typeface="Lato"/>
                <a:ea typeface="Lato"/>
                <a:cs typeface="Lato"/>
              </a:defRPr>
            </a:lvl5pPr>
            <a:lvl6pPr algn="ctr">
              <a:buNone/>
              <a:defRPr sz="1875" b="1">
                <a:solidFill>
                  <a:srgbClr val="003366"/>
                </a:solidFill>
                <a:latin typeface="Lato"/>
                <a:ea typeface="Lato"/>
                <a:cs typeface="Lato"/>
              </a:defRPr>
            </a:lvl6pPr>
            <a:lvl7pPr algn="ctr">
              <a:buNone/>
              <a:defRPr sz="1875" b="1">
                <a:solidFill>
                  <a:srgbClr val="003366"/>
                </a:solidFill>
                <a:latin typeface="Lato"/>
                <a:ea typeface="Lato"/>
                <a:cs typeface="Lato"/>
              </a:defRPr>
            </a:lvl7pPr>
            <a:lvl8pPr algn="ctr">
              <a:buNone/>
              <a:defRPr sz="1875" b="1">
                <a:solidFill>
                  <a:srgbClr val="003366"/>
                </a:solidFill>
                <a:latin typeface="Lato"/>
                <a:ea typeface="Lato"/>
                <a:cs typeface="Lato"/>
              </a:defRPr>
            </a:lvl8pPr>
            <a:lvl9pPr algn="ctr">
              <a:buNone/>
              <a:defRPr sz="1875" b="1">
                <a:solidFill>
                  <a:srgbClr val="003366"/>
                </a:solidFill>
                <a:latin typeface="Lato"/>
                <a:ea typeface="Lato"/>
                <a:cs typeface="Lato"/>
              </a:defRPr>
            </a:lvl9pPr>
          </a:lstStyle>
          <a:p>
            <a:pPr algn="ctr">
              <a:buNone/>
              <a:defRPr sz="1875" b="1">
                <a:solidFill>
                  <a:srgbClr val="003366"/>
                </a:solidFill>
                <a:latin typeface="Lato"/>
                <a:ea typeface="Lato"/>
                <a:cs typeface="Lato"/>
              </a:defRPr>
            </a:pPr>
            <a:r>
              <a:rPr sz="1875" b="1">
                <a:solidFill>
                  <a:srgbClr val="003366"/>
                </a:solidFill>
                <a:latin typeface="Lato"/>
                <a:ea typeface="Lato"/>
                <a:cs typeface="Lato"/>
              </a:rPr>
              <a:t>Website</a:t>
            </a:r>
          </a:p>
        </p:txBody>
      </p:sp>
      <p:sp>
        <p:nvSpPr>
          <p:cNvPr id="13" name="Thông báo điện thoại">
            <a:extLst>
              <a:ext uri="{FF2B5EF4-FFF2-40B4-BE49-F238E27FC236}">
                <a16:creationId xmlns:a16="http://schemas.microsoft.com/office/drawing/2014/main" id="{3C97CF25-9555-4049-9826-36FF565593D3}"/>
              </a:ext>
            </a:extLst>
          </p:cNvPr>
          <p:cNvSpPr>
            <a:spLocks noGrp="1"/>
          </p:cNvSpPr>
          <p:nvPr/>
        </p:nvSpPr>
        <p:spPr>
          <a:xfrm>
            <a:off x="10172700" y="3914775"/>
            <a:ext cx="1381125" cy="781050"/>
          </a:xfrm>
          <a:prstGeom prst="roundRect">
            <a:avLst>
              <a:gd name="adj" fmla="val 12195"/>
            </a:avLst>
          </a:prstGeom>
          <a:solidFill>
            <a:srgbClr val="FFFFFF"/>
          </a:solidFill>
          <a:ln w="17145">
            <a:solidFill>
              <a:srgbClr val="003366"/>
            </a:solidFill>
          </a:ln>
        </p:spPr>
        <p:txBody>
          <a:bodyPr wrap="square" lIns="114300" tIns="66675" rIns="114300" bIns="66675" anchor="ctr">
            <a:noAutofit/>
          </a:bodyPr>
          <a:lstStyle>
            <a:defPPr algn="ctr">
              <a:defRPr sz="1725" b="1">
                <a:solidFill>
                  <a:srgbClr val="003366"/>
                </a:solidFill>
                <a:latin typeface="Lato"/>
                <a:ea typeface="Lato"/>
                <a:cs typeface="Lato"/>
              </a:defRPr>
            </a:defPPr>
            <a:lvl1pPr algn="ctr">
              <a:buNone/>
              <a:defRPr sz="1725" b="1">
                <a:solidFill>
                  <a:srgbClr val="003366"/>
                </a:solidFill>
                <a:latin typeface="Lato"/>
                <a:ea typeface="Lato"/>
                <a:cs typeface="Lato"/>
              </a:defRPr>
            </a:lvl1pPr>
            <a:lvl2pPr algn="ctr">
              <a:buNone/>
              <a:defRPr sz="1725" b="1">
                <a:solidFill>
                  <a:srgbClr val="003366"/>
                </a:solidFill>
                <a:latin typeface="Lato"/>
                <a:ea typeface="Lato"/>
                <a:cs typeface="Lato"/>
              </a:defRPr>
            </a:lvl2pPr>
            <a:lvl3pPr algn="ctr">
              <a:buNone/>
              <a:defRPr sz="1725" b="1">
                <a:solidFill>
                  <a:srgbClr val="003366"/>
                </a:solidFill>
                <a:latin typeface="Lato"/>
                <a:ea typeface="Lato"/>
                <a:cs typeface="Lato"/>
              </a:defRPr>
            </a:lvl3pPr>
            <a:lvl4pPr algn="ctr">
              <a:buNone/>
              <a:defRPr sz="1725" b="1">
                <a:solidFill>
                  <a:srgbClr val="003366"/>
                </a:solidFill>
                <a:latin typeface="Lato"/>
                <a:ea typeface="Lato"/>
                <a:cs typeface="Lato"/>
              </a:defRPr>
            </a:lvl4pPr>
            <a:lvl5pPr algn="ctr">
              <a:buNone/>
              <a:defRPr sz="1725" b="1">
                <a:solidFill>
                  <a:srgbClr val="003366"/>
                </a:solidFill>
                <a:latin typeface="Lato"/>
                <a:ea typeface="Lato"/>
                <a:cs typeface="Lato"/>
              </a:defRPr>
            </a:lvl5pPr>
            <a:lvl6pPr algn="ctr">
              <a:buNone/>
              <a:defRPr sz="1725" b="1">
                <a:solidFill>
                  <a:srgbClr val="003366"/>
                </a:solidFill>
                <a:latin typeface="Lato"/>
                <a:ea typeface="Lato"/>
                <a:cs typeface="Lato"/>
              </a:defRPr>
            </a:lvl6pPr>
            <a:lvl7pPr algn="ctr">
              <a:buNone/>
              <a:defRPr sz="1725" b="1">
                <a:solidFill>
                  <a:srgbClr val="003366"/>
                </a:solidFill>
                <a:latin typeface="Lato"/>
                <a:ea typeface="Lato"/>
                <a:cs typeface="Lato"/>
              </a:defRPr>
            </a:lvl7pPr>
            <a:lvl8pPr algn="ctr">
              <a:buNone/>
              <a:defRPr sz="1725" b="1">
                <a:solidFill>
                  <a:srgbClr val="003366"/>
                </a:solidFill>
                <a:latin typeface="Lato"/>
                <a:ea typeface="Lato"/>
                <a:cs typeface="Lato"/>
              </a:defRPr>
            </a:lvl8pPr>
            <a:lvl9pPr algn="ctr">
              <a:buNone/>
              <a:defRPr sz="1725" b="1">
                <a:solidFill>
                  <a:srgbClr val="003366"/>
                </a:solidFill>
                <a:latin typeface="Lato"/>
                <a:ea typeface="Lato"/>
                <a:cs typeface="Lato"/>
              </a:defRPr>
            </a:lvl9pPr>
          </a:lstStyle>
          <a:p>
            <a:pPr algn="ctr">
              <a:buNone/>
              <a:defRPr sz="1725" b="1">
                <a:solidFill>
                  <a:srgbClr val="003366"/>
                </a:solidFill>
                <a:latin typeface="Lato"/>
                <a:ea typeface="Lato"/>
                <a:cs typeface="Lato"/>
              </a:defRPr>
            </a:pPr>
            <a:r>
              <a:rPr sz="1725" b="1">
                <a:solidFill>
                  <a:srgbClr val="003366"/>
                </a:solidFill>
                <a:latin typeface="Lato"/>
                <a:ea typeface="Lato"/>
                <a:cs typeface="Lato"/>
              </a:rPr>
              <a:t>Telegram</a:t>
            </a:r>
          </a:p>
        </p:txBody>
      </p:sp>
      <p:cxnSp>
        <p:nvCxnSpPr>
          <p:cNvPr id="14" name="Diagram connection">
            <a:extLst>
              <a:ext uri="{FF2B5EF4-FFF2-40B4-BE49-F238E27FC236}">
                <a16:creationId xmlns:a16="http://schemas.microsoft.com/office/drawing/2014/main" id="{F2655179-0108-4D69-8284-3664C6BC6928}"/>
              </a:ext>
            </a:extLst>
          </p:cNvPr>
          <p:cNvCxnSpPr/>
          <p:nvPr/>
        </p:nvCxnSpPr>
        <p:spPr>
          <a:xfrm>
            <a:off x="2324100" y="2447925"/>
            <a:ext cx="866775" cy="0"/>
          </a:xfrm>
          <a:prstGeom prst="straightConnector1">
            <a:avLst/>
          </a:prstGeom>
          <a:ln w="17145">
            <a:solidFill>
              <a:srgbClr val="888888"/>
            </a:solidFill>
            <a:prstDash val="solid"/>
            <a:tailEnd type="triangle" w="sm" len="sm"/>
          </a:ln>
        </p:spPr>
      </p:cxnSp>
      <p:cxnSp>
        <p:nvCxnSpPr>
          <p:cNvPr id="15" name="Diagram connection">
            <a:extLst>
              <a:ext uri="{FF2B5EF4-FFF2-40B4-BE49-F238E27FC236}">
                <a16:creationId xmlns:a16="http://schemas.microsoft.com/office/drawing/2014/main" id="{3F3887FA-6520-4E23-8836-1462E7D49BFC}"/>
              </a:ext>
            </a:extLst>
          </p:cNvPr>
          <p:cNvCxnSpPr/>
          <p:nvPr/>
        </p:nvCxnSpPr>
        <p:spPr>
          <a:xfrm>
            <a:off x="4953000" y="2447925"/>
            <a:ext cx="1238250" cy="0"/>
          </a:xfrm>
          <a:prstGeom prst="straightConnector1">
            <a:avLst/>
          </a:prstGeom>
          <a:ln w="17145">
            <a:solidFill>
              <a:srgbClr val="888888"/>
            </a:solidFill>
            <a:prstDash val="solid"/>
            <a:tailEnd type="triangle" w="sm" len="sm"/>
          </a:ln>
        </p:spPr>
      </p:cxnSp>
      <p:sp>
        <p:nvSpPr>
          <p:cNvPr id="16" name="MQTT Wi-Fi 2,4 GHz">
            <a:extLst>
              <a:ext uri="{FF2B5EF4-FFF2-40B4-BE49-F238E27FC236}">
                <a16:creationId xmlns:a16="http://schemas.microsoft.com/office/drawing/2014/main" id="{2CBE1E7F-B2B8-45DC-9987-B137E85E3E6C}"/>
              </a:ext>
            </a:extLst>
          </p:cNvPr>
          <p:cNvSpPr>
            <a:spLocks noGrp="1"/>
          </p:cNvSpPr>
          <p:nvPr/>
        </p:nvSpPr>
        <p:spPr>
          <a:xfrm>
            <a:off x="4991100" y="1695450"/>
            <a:ext cx="1162050" cy="638175"/>
          </a:xfrm>
          <a:prstGeom prst="rect">
            <a:avLst/>
          </a:prstGeom>
          <a:noFill/>
          <a:ln w="0">
            <a:noFill/>
          </a:ln>
        </p:spPr>
        <p:txBody>
          <a:bodyPr wrap="square" lIns="0" tIns="0" rIns="0" bIns="0" anchor="t">
            <a:noAutofit/>
          </a:bodyPr>
          <a:lstStyle>
            <a:defPPr algn="ctr">
              <a:defRPr sz="1650" b="0">
                <a:solidFill>
                  <a:srgbClr val="003366"/>
                </a:solidFill>
                <a:latin typeface="Lato"/>
                <a:ea typeface="Lato"/>
                <a:cs typeface="Lato"/>
              </a:defRPr>
            </a:defPPr>
            <a:lvl1pPr algn="ctr">
              <a:buNone/>
              <a:defRPr sz="1650" b="0">
                <a:solidFill>
                  <a:srgbClr val="003366"/>
                </a:solidFill>
                <a:latin typeface="Lato"/>
                <a:ea typeface="Lato"/>
                <a:cs typeface="Lato"/>
              </a:defRPr>
            </a:lvl1pPr>
            <a:lvl2pPr algn="ctr">
              <a:buNone/>
              <a:defRPr sz="1650" b="0">
                <a:solidFill>
                  <a:srgbClr val="003366"/>
                </a:solidFill>
                <a:latin typeface="Lato"/>
                <a:ea typeface="Lato"/>
                <a:cs typeface="Lato"/>
              </a:defRPr>
            </a:lvl2pPr>
            <a:lvl3pPr algn="ctr">
              <a:buNone/>
              <a:defRPr sz="1650" b="0">
                <a:solidFill>
                  <a:srgbClr val="003366"/>
                </a:solidFill>
                <a:latin typeface="Lato"/>
                <a:ea typeface="Lato"/>
                <a:cs typeface="Lato"/>
              </a:defRPr>
            </a:lvl3pPr>
            <a:lvl4pPr algn="ctr">
              <a:buNone/>
              <a:defRPr sz="1650" b="0">
                <a:solidFill>
                  <a:srgbClr val="003366"/>
                </a:solidFill>
                <a:latin typeface="Lato"/>
                <a:ea typeface="Lato"/>
                <a:cs typeface="Lato"/>
              </a:defRPr>
            </a:lvl4pPr>
            <a:lvl5pPr algn="ctr">
              <a:buNone/>
              <a:defRPr sz="1650" b="0">
                <a:solidFill>
                  <a:srgbClr val="003366"/>
                </a:solidFill>
                <a:latin typeface="Lato"/>
                <a:ea typeface="Lato"/>
                <a:cs typeface="Lato"/>
              </a:defRPr>
            </a:lvl5pPr>
            <a:lvl6pPr algn="ctr">
              <a:buNone/>
              <a:defRPr sz="1650" b="0">
                <a:solidFill>
                  <a:srgbClr val="003366"/>
                </a:solidFill>
                <a:latin typeface="Lato"/>
                <a:ea typeface="Lato"/>
                <a:cs typeface="Lato"/>
              </a:defRPr>
            </a:lvl6pPr>
            <a:lvl7pPr algn="ctr">
              <a:buNone/>
              <a:defRPr sz="1650" b="0">
                <a:solidFill>
                  <a:srgbClr val="003366"/>
                </a:solidFill>
                <a:latin typeface="Lato"/>
                <a:ea typeface="Lato"/>
                <a:cs typeface="Lato"/>
              </a:defRPr>
            </a:lvl7pPr>
            <a:lvl8pPr algn="ctr">
              <a:buNone/>
              <a:defRPr sz="1650" b="0">
                <a:solidFill>
                  <a:srgbClr val="003366"/>
                </a:solidFill>
                <a:latin typeface="Lato"/>
                <a:ea typeface="Lato"/>
                <a:cs typeface="Lato"/>
              </a:defRPr>
            </a:lvl8pPr>
            <a:lvl9pPr algn="ctr">
              <a:buNone/>
              <a:defRPr sz="1650" b="0">
                <a:solidFill>
                  <a:srgbClr val="003366"/>
                </a:solidFill>
                <a:latin typeface="Lato"/>
                <a:ea typeface="Lato"/>
                <a:cs typeface="Lato"/>
              </a:defRPr>
            </a:lvl9pPr>
          </a:lstStyle>
          <a:p>
            <a:pPr algn="ctr">
              <a:buNone/>
              <a:defRPr sz="1650" b="0">
                <a:solidFill>
                  <a:srgbClr val="003366"/>
                </a:solidFill>
                <a:latin typeface="Lato"/>
                <a:ea typeface="Lato"/>
                <a:cs typeface="Lato"/>
              </a:defRPr>
            </a:pPr>
            <a:r>
              <a:rPr sz="1650" b="0">
                <a:solidFill>
                  <a:srgbClr val="003366"/>
                </a:solidFill>
                <a:latin typeface="Lato"/>
                <a:ea typeface="Lato"/>
                <a:cs typeface="Lato"/>
              </a:rPr>
              <a:t>MQTT</a:t>
            </a:r>
          </a:p>
          <a:p>
            <a:pPr algn="ctr">
              <a:buNone/>
              <a:defRPr sz="1650" b="0">
                <a:solidFill>
                  <a:srgbClr val="003366"/>
                </a:solidFill>
                <a:latin typeface="Lato"/>
                <a:ea typeface="Lato"/>
                <a:cs typeface="Lato"/>
              </a:defRPr>
            </a:pPr>
            <a:r>
              <a:rPr sz="1650" b="0">
                <a:solidFill>
                  <a:srgbClr val="003366"/>
                </a:solidFill>
                <a:latin typeface="Lato"/>
                <a:ea typeface="Lato"/>
                <a:cs typeface="Lato"/>
              </a:rPr>
              <a:t>Wi-Fi</a:t>
            </a:r>
          </a:p>
        </p:txBody>
      </p:sp>
      <p:cxnSp>
        <p:nvCxnSpPr>
          <p:cNvPr id="17" name="Diagram connection">
            <a:extLst>
              <a:ext uri="{FF2B5EF4-FFF2-40B4-BE49-F238E27FC236}">
                <a16:creationId xmlns:a16="http://schemas.microsoft.com/office/drawing/2014/main" id="{1C21F4B5-0B59-470D-94C5-997C8996D4A7}"/>
              </a:ext>
            </a:extLst>
          </p:cNvPr>
          <p:cNvCxnSpPr/>
          <p:nvPr/>
        </p:nvCxnSpPr>
        <p:spPr>
          <a:xfrm>
            <a:off x="7953375" y="2447925"/>
            <a:ext cx="1647825" cy="0"/>
          </a:xfrm>
          <a:prstGeom prst="straightConnector1">
            <a:avLst/>
          </a:prstGeom>
          <a:ln w="17145">
            <a:solidFill>
              <a:srgbClr val="888888"/>
            </a:solidFill>
            <a:prstDash val="solid"/>
            <a:tailEnd type="triangle" w="sm" len="sm"/>
          </a:ln>
        </p:spPr>
      </p:cxnSp>
      <p:sp>
        <p:nvSpPr>
          <p:cNvPr id="18" name="MQTT">
            <a:extLst>
              <a:ext uri="{FF2B5EF4-FFF2-40B4-BE49-F238E27FC236}">
                <a16:creationId xmlns:a16="http://schemas.microsoft.com/office/drawing/2014/main" id="{E20E6B25-54DE-4F26-B4DC-6C81C9E91C3C}"/>
              </a:ext>
            </a:extLst>
          </p:cNvPr>
          <p:cNvSpPr>
            <a:spLocks noGrp="1"/>
          </p:cNvSpPr>
          <p:nvPr/>
        </p:nvSpPr>
        <p:spPr>
          <a:xfrm>
            <a:off x="8286750" y="2019300"/>
            <a:ext cx="952500" cy="323850"/>
          </a:xfrm>
          <a:prstGeom prst="rect">
            <a:avLst/>
          </a:prstGeom>
          <a:noFill/>
          <a:ln w="0">
            <a:noFill/>
          </a:ln>
        </p:spPr>
        <p:txBody>
          <a:bodyPr wrap="square" lIns="0" tIns="0" rIns="0" bIns="0" anchor="t">
            <a:noAutofit/>
          </a:bodyPr>
          <a:lstStyle>
            <a:defPPr algn="ctr">
              <a:defRPr sz="1725" b="0">
                <a:solidFill>
                  <a:srgbClr val="003366"/>
                </a:solidFill>
                <a:latin typeface="Lato"/>
                <a:ea typeface="Lato"/>
                <a:cs typeface="Lato"/>
              </a:defRPr>
            </a:defPPr>
            <a:lvl1pPr algn="ctr">
              <a:buNone/>
              <a:defRPr sz="1725" b="0">
                <a:solidFill>
                  <a:srgbClr val="003366"/>
                </a:solidFill>
                <a:latin typeface="Lato"/>
                <a:ea typeface="Lato"/>
                <a:cs typeface="Lato"/>
              </a:defRPr>
            </a:lvl1pPr>
            <a:lvl2pPr algn="ctr">
              <a:buNone/>
              <a:defRPr sz="1725" b="0">
                <a:solidFill>
                  <a:srgbClr val="003366"/>
                </a:solidFill>
                <a:latin typeface="Lato"/>
                <a:ea typeface="Lato"/>
                <a:cs typeface="Lato"/>
              </a:defRPr>
            </a:lvl2pPr>
            <a:lvl3pPr algn="ctr">
              <a:buNone/>
              <a:defRPr sz="1725" b="0">
                <a:solidFill>
                  <a:srgbClr val="003366"/>
                </a:solidFill>
                <a:latin typeface="Lato"/>
                <a:ea typeface="Lato"/>
                <a:cs typeface="Lato"/>
              </a:defRPr>
            </a:lvl3pPr>
            <a:lvl4pPr algn="ctr">
              <a:buNone/>
              <a:defRPr sz="1725" b="0">
                <a:solidFill>
                  <a:srgbClr val="003366"/>
                </a:solidFill>
                <a:latin typeface="Lato"/>
                <a:ea typeface="Lato"/>
                <a:cs typeface="Lato"/>
              </a:defRPr>
            </a:lvl4pPr>
            <a:lvl5pPr algn="ctr">
              <a:buNone/>
              <a:defRPr sz="1725" b="0">
                <a:solidFill>
                  <a:srgbClr val="003366"/>
                </a:solidFill>
                <a:latin typeface="Lato"/>
                <a:ea typeface="Lato"/>
                <a:cs typeface="Lato"/>
              </a:defRPr>
            </a:lvl5pPr>
            <a:lvl6pPr algn="ctr">
              <a:buNone/>
              <a:defRPr sz="1725" b="0">
                <a:solidFill>
                  <a:srgbClr val="003366"/>
                </a:solidFill>
                <a:latin typeface="Lato"/>
                <a:ea typeface="Lato"/>
                <a:cs typeface="Lato"/>
              </a:defRPr>
            </a:lvl6pPr>
            <a:lvl7pPr algn="ctr">
              <a:buNone/>
              <a:defRPr sz="1725" b="0">
                <a:solidFill>
                  <a:srgbClr val="003366"/>
                </a:solidFill>
                <a:latin typeface="Lato"/>
                <a:ea typeface="Lato"/>
                <a:cs typeface="Lato"/>
              </a:defRPr>
            </a:lvl7pPr>
            <a:lvl8pPr algn="ctr">
              <a:buNone/>
              <a:defRPr sz="1725" b="0">
                <a:solidFill>
                  <a:srgbClr val="003366"/>
                </a:solidFill>
                <a:latin typeface="Lato"/>
                <a:ea typeface="Lato"/>
                <a:cs typeface="Lato"/>
              </a:defRPr>
            </a:lvl8pPr>
            <a:lvl9pPr algn="ctr">
              <a:buNone/>
              <a:defRPr sz="1725" b="0">
                <a:solidFill>
                  <a:srgbClr val="003366"/>
                </a:solidFill>
                <a:latin typeface="Lato"/>
                <a:ea typeface="Lato"/>
                <a:cs typeface="Lato"/>
              </a:defRPr>
            </a:lvl9pPr>
          </a:lstStyle>
          <a:p>
            <a:pPr algn="ctr">
              <a:buNone/>
              <a:defRPr sz="1725" b="0">
                <a:solidFill>
                  <a:srgbClr val="003366"/>
                </a:solidFill>
                <a:latin typeface="Lato"/>
                <a:ea typeface="Lato"/>
                <a:cs typeface="Lato"/>
              </a:defRPr>
            </a:pPr>
            <a:r>
              <a:rPr sz="1725" b="0">
                <a:solidFill>
                  <a:srgbClr val="003366"/>
                </a:solidFill>
                <a:latin typeface="Lato"/>
                <a:ea typeface="Lato"/>
                <a:cs typeface="Lato"/>
              </a:rPr>
              <a:t>MQTT</a:t>
            </a:r>
          </a:p>
        </p:txBody>
      </p:sp>
      <p:cxnSp>
        <p:nvCxnSpPr>
          <p:cNvPr id="19" name="Diagram connection">
            <a:extLst>
              <a:ext uri="{FF2B5EF4-FFF2-40B4-BE49-F238E27FC236}">
                <a16:creationId xmlns:a16="http://schemas.microsoft.com/office/drawing/2014/main" id="{3DCE3106-4918-4DB2-809C-3FC5A85D7649}"/>
              </a:ext>
            </a:extLst>
          </p:cNvPr>
          <p:cNvCxnSpPr/>
          <p:nvPr/>
        </p:nvCxnSpPr>
        <p:spPr>
          <a:xfrm>
            <a:off x="3714750" y="2838450"/>
            <a:ext cx="0" cy="504825"/>
          </a:xfrm>
          <a:prstGeom prst="straightConnector1">
            <a:avLst/>
          </a:prstGeom>
          <a:ln w="17145">
            <a:solidFill>
              <a:srgbClr val="888888"/>
            </a:solidFill>
            <a:prstDash val="solid"/>
          </a:ln>
        </p:spPr>
      </p:cxnSp>
      <p:cxnSp>
        <p:nvCxnSpPr>
          <p:cNvPr id="20" name="Diagram connection">
            <a:extLst>
              <a:ext uri="{FF2B5EF4-FFF2-40B4-BE49-F238E27FC236}">
                <a16:creationId xmlns:a16="http://schemas.microsoft.com/office/drawing/2014/main" id="{EDCF04C9-D348-49B9-BDE8-5D384CD59D52}"/>
              </a:ext>
            </a:extLst>
          </p:cNvPr>
          <p:cNvCxnSpPr/>
          <p:nvPr/>
        </p:nvCxnSpPr>
        <p:spPr>
          <a:xfrm>
            <a:off x="3362325" y="3343275"/>
            <a:ext cx="352425" cy="0"/>
          </a:xfrm>
          <a:prstGeom prst="straightConnector1">
            <a:avLst/>
          </a:prstGeom>
          <a:ln w="17145">
            <a:solidFill>
              <a:srgbClr val="888888"/>
            </a:solidFill>
            <a:prstDash val="solid"/>
          </a:ln>
        </p:spPr>
      </p:cxnSp>
      <p:cxnSp>
        <p:nvCxnSpPr>
          <p:cNvPr id="21" name="Diagram connection">
            <a:extLst>
              <a:ext uri="{FF2B5EF4-FFF2-40B4-BE49-F238E27FC236}">
                <a16:creationId xmlns:a16="http://schemas.microsoft.com/office/drawing/2014/main" id="{2480ED50-BA41-4EFD-B59C-F4B977EF3CA9}"/>
              </a:ext>
            </a:extLst>
          </p:cNvPr>
          <p:cNvCxnSpPr/>
          <p:nvPr/>
        </p:nvCxnSpPr>
        <p:spPr>
          <a:xfrm>
            <a:off x="3362325" y="3343275"/>
            <a:ext cx="0" cy="571500"/>
          </a:xfrm>
          <a:prstGeom prst="straightConnector1">
            <a:avLst/>
          </a:prstGeom>
          <a:ln w="17145">
            <a:solidFill>
              <a:srgbClr val="888888"/>
            </a:solidFill>
            <a:prstDash val="solid"/>
            <a:tailEnd type="triangle" w="sm" len="sm"/>
          </a:ln>
        </p:spPr>
      </p:cxnSp>
      <p:cxnSp>
        <p:nvCxnSpPr>
          <p:cNvPr id="22" name="Diagram connection">
            <a:extLst>
              <a:ext uri="{FF2B5EF4-FFF2-40B4-BE49-F238E27FC236}">
                <a16:creationId xmlns:a16="http://schemas.microsoft.com/office/drawing/2014/main" id="{2BAAD533-79CB-4CB9-A41F-7723A21E51D6}"/>
              </a:ext>
            </a:extLst>
          </p:cNvPr>
          <p:cNvCxnSpPr/>
          <p:nvPr/>
        </p:nvCxnSpPr>
        <p:spPr>
          <a:xfrm>
            <a:off x="4438650" y="2838450"/>
            <a:ext cx="0" cy="504825"/>
          </a:xfrm>
          <a:prstGeom prst="straightConnector1">
            <a:avLst/>
          </a:prstGeom>
          <a:ln w="17145">
            <a:solidFill>
              <a:srgbClr val="888888"/>
            </a:solidFill>
            <a:prstDash val="solid"/>
          </a:ln>
        </p:spPr>
      </p:cxnSp>
      <p:cxnSp>
        <p:nvCxnSpPr>
          <p:cNvPr id="23" name="Diagram connection">
            <a:extLst>
              <a:ext uri="{FF2B5EF4-FFF2-40B4-BE49-F238E27FC236}">
                <a16:creationId xmlns:a16="http://schemas.microsoft.com/office/drawing/2014/main" id="{2A6EC386-CBA1-4E64-B1BF-809271BC6AB1}"/>
              </a:ext>
            </a:extLst>
          </p:cNvPr>
          <p:cNvCxnSpPr/>
          <p:nvPr/>
        </p:nvCxnSpPr>
        <p:spPr>
          <a:xfrm>
            <a:off x="4438650" y="3343275"/>
            <a:ext cx="781050" cy="0"/>
          </a:xfrm>
          <a:prstGeom prst="straightConnector1">
            <a:avLst/>
          </a:prstGeom>
          <a:ln w="17145">
            <a:solidFill>
              <a:srgbClr val="888888"/>
            </a:solidFill>
            <a:prstDash val="solid"/>
          </a:ln>
        </p:spPr>
      </p:cxnSp>
      <p:cxnSp>
        <p:nvCxnSpPr>
          <p:cNvPr id="24" name="Diagram connection">
            <a:extLst>
              <a:ext uri="{FF2B5EF4-FFF2-40B4-BE49-F238E27FC236}">
                <a16:creationId xmlns:a16="http://schemas.microsoft.com/office/drawing/2014/main" id="{13A8F636-F432-45F1-AD0D-2390D79C89BD}"/>
              </a:ext>
            </a:extLst>
          </p:cNvPr>
          <p:cNvCxnSpPr/>
          <p:nvPr/>
        </p:nvCxnSpPr>
        <p:spPr>
          <a:xfrm>
            <a:off x="5219700" y="3343275"/>
            <a:ext cx="0" cy="571500"/>
          </a:xfrm>
          <a:prstGeom prst="straightConnector1">
            <a:avLst/>
          </a:prstGeom>
          <a:ln w="17145">
            <a:solidFill>
              <a:srgbClr val="888888"/>
            </a:solidFill>
            <a:prstDash val="solid"/>
            <a:tailEnd type="triangle" w="sm" len="sm"/>
          </a:ln>
        </p:spPr>
      </p:cxnSp>
      <p:sp>
        <p:nvSpPr>
          <p:cNvPr id="25" name="Tại chỗ">
            <a:extLst>
              <a:ext uri="{FF2B5EF4-FFF2-40B4-BE49-F238E27FC236}">
                <a16:creationId xmlns:a16="http://schemas.microsoft.com/office/drawing/2014/main" id="{F954ACFE-5408-48DD-B5C4-3D6C12D1A5BD}"/>
              </a:ext>
            </a:extLst>
          </p:cNvPr>
          <p:cNvSpPr>
            <a:spLocks noGrp="1"/>
          </p:cNvSpPr>
          <p:nvPr/>
        </p:nvSpPr>
        <p:spPr>
          <a:xfrm>
            <a:off x="3838575" y="3362325"/>
            <a:ext cx="1028700" cy="285750"/>
          </a:xfrm>
          <a:prstGeom prst="rect">
            <a:avLst/>
          </a:prstGeom>
          <a:noFill/>
          <a:ln w="0">
            <a:noFill/>
          </a:ln>
        </p:spPr>
        <p:txBody>
          <a:bodyPr wrap="square" lIns="0" tIns="0" rIns="0" bIns="0" anchor="t">
            <a:noAutofit/>
          </a:bodyPr>
          <a:lstStyle>
            <a:defPPr algn="ctr">
              <a:defRPr sz="1650" b="0">
                <a:solidFill>
                  <a:srgbClr val="003366"/>
                </a:solidFill>
                <a:latin typeface="Lato"/>
                <a:ea typeface="Lato"/>
                <a:cs typeface="Lato"/>
              </a:defRPr>
            </a:defPPr>
            <a:lvl1pPr algn="ctr">
              <a:buNone/>
              <a:defRPr sz="1650" b="0">
                <a:solidFill>
                  <a:srgbClr val="003366"/>
                </a:solidFill>
                <a:latin typeface="Lato"/>
                <a:ea typeface="Lato"/>
                <a:cs typeface="Lato"/>
              </a:defRPr>
            </a:lvl1pPr>
            <a:lvl2pPr algn="ctr">
              <a:buNone/>
              <a:defRPr sz="1650" b="0">
                <a:solidFill>
                  <a:srgbClr val="003366"/>
                </a:solidFill>
                <a:latin typeface="Lato"/>
                <a:ea typeface="Lato"/>
                <a:cs typeface="Lato"/>
              </a:defRPr>
            </a:lvl2pPr>
            <a:lvl3pPr algn="ctr">
              <a:buNone/>
              <a:defRPr sz="1650" b="0">
                <a:solidFill>
                  <a:srgbClr val="003366"/>
                </a:solidFill>
                <a:latin typeface="Lato"/>
                <a:ea typeface="Lato"/>
                <a:cs typeface="Lato"/>
              </a:defRPr>
            </a:lvl3pPr>
            <a:lvl4pPr algn="ctr">
              <a:buNone/>
              <a:defRPr sz="1650" b="0">
                <a:solidFill>
                  <a:srgbClr val="003366"/>
                </a:solidFill>
                <a:latin typeface="Lato"/>
                <a:ea typeface="Lato"/>
                <a:cs typeface="Lato"/>
              </a:defRPr>
            </a:lvl4pPr>
            <a:lvl5pPr algn="ctr">
              <a:buNone/>
              <a:defRPr sz="1650" b="0">
                <a:solidFill>
                  <a:srgbClr val="003366"/>
                </a:solidFill>
                <a:latin typeface="Lato"/>
                <a:ea typeface="Lato"/>
                <a:cs typeface="Lato"/>
              </a:defRPr>
            </a:lvl5pPr>
            <a:lvl6pPr algn="ctr">
              <a:buNone/>
              <a:defRPr sz="1650" b="0">
                <a:solidFill>
                  <a:srgbClr val="003366"/>
                </a:solidFill>
                <a:latin typeface="Lato"/>
                <a:ea typeface="Lato"/>
                <a:cs typeface="Lato"/>
              </a:defRPr>
            </a:lvl6pPr>
            <a:lvl7pPr algn="ctr">
              <a:buNone/>
              <a:defRPr sz="1650" b="0">
                <a:solidFill>
                  <a:srgbClr val="003366"/>
                </a:solidFill>
                <a:latin typeface="Lato"/>
                <a:ea typeface="Lato"/>
                <a:cs typeface="Lato"/>
              </a:defRPr>
            </a:lvl7pPr>
            <a:lvl8pPr algn="ctr">
              <a:buNone/>
              <a:defRPr sz="1650" b="0">
                <a:solidFill>
                  <a:srgbClr val="003366"/>
                </a:solidFill>
                <a:latin typeface="Lato"/>
                <a:ea typeface="Lato"/>
                <a:cs typeface="Lato"/>
              </a:defRPr>
            </a:lvl8pPr>
            <a:lvl9pPr algn="ctr">
              <a:buNone/>
              <a:defRPr sz="1650" b="0">
                <a:solidFill>
                  <a:srgbClr val="003366"/>
                </a:solidFill>
                <a:latin typeface="Lato"/>
                <a:ea typeface="Lato"/>
                <a:cs typeface="Lato"/>
              </a:defRPr>
            </a:lvl9pPr>
          </a:lstStyle>
          <a:p>
            <a:pPr algn="ctr">
              <a:buNone/>
              <a:defRPr sz="1650" b="0">
                <a:solidFill>
                  <a:srgbClr val="003366"/>
                </a:solidFill>
                <a:latin typeface="Lato"/>
                <a:ea typeface="Lato"/>
                <a:cs typeface="Lato"/>
              </a:defRPr>
            </a:pPr>
            <a:r>
              <a:rPr sz="1650" b="0">
                <a:solidFill>
                  <a:srgbClr val="003366"/>
                </a:solidFill>
                <a:latin typeface="Lato"/>
                <a:ea typeface="Lato"/>
                <a:cs typeface="Lato"/>
              </a:rPr>
              <a:t>Tại chỗ</a:t>
            </a:r>
          </a:p>
        </p:txBody>
      </p:sp>
      <p:cxnSp>
        <p:nvCxnSpPr>
          <p:cNvPr id="26" name="Diagram connection">
            <a:extLst>
              <a:ext uri="{FF2B5EF4-FFF2-40B4-BE49-F238E27FC236}">
                <a16:creationId xmlns:a16="http://schemas.microsoft.com/office/drawing/2014/main" id="{8197477F-1172-4BE0-84C0-FC40841F3351}"/>
              </a:ext>
            </a:extLst>
          </p:cNvPr>
          <p:cNvCxnSpPr/>
          <p:nvPr/>
        </p:nvCxnSpPr>
        <p:spPr>
          <a:xfrm>
            <a:off x="10020300" y="2838450"/>
            <a:ext cx="0" cy="361950"/>
          </a:xfrm>
          <a:prstGeom prst="straightConnector1">
            <a:avLst/>
          </a:prstGeom>
          <a:ln w="17145">
            <a:solidFill>
              <a:srgbClr val="888888"/>
            </a:solidFill>
            <a:prstDash val="solid"/>
          </a:ln>
        </p:spPr>
      </p:cxnSp>
      <p:cxnSp>
        <p:nvCxnSpPr>
          <p:cNvPr id="27" name="Diagram connection">
            <a:extLst>
              <a:ext uri="{FF2B5EF4-FFF2-40B4-BE49-F238E27FC236}">
                <a16:creationId xmlns:a16="http://schemas.microsoft.com/office/drawing/2014/main" id="{C39D0C39-A414-4E97-BBF6-220E4ADED813}"/>
              </a:ext>
            </a:extLst>
          </p:cNvPr>
          <p:cNvCxnSpPr/>
          <p:nvPr/>
        </p:nvCxnSpPr>
        <p:spPr>
          <a:xfrm>
            <a:off x="7296150" y="3200400"/>
            <a:ext cx="2724150" cy="0"/>
          </a:xfrm>
          <a:prstGeom prst="straightConnector1">
            <a:avLst/>
          </a:prstGeom>
          <a:ln w="17145">
            <a:solidFill>
              <a:srgbClr val="888888"/>
            </a:solidFill>
            <a:prstDash val="solid"/>
          </a:ln>
        </p:spPr>
      </p:cxnSp>
      <p:cxnSp>
        <p:nvCxnSpPr>
          <p:cNvPr id="28" name="Diagram connection">
            <a:extLst>
              <a:ext uri="{FF2B5EF4-FFF2-40B4-BE49-F238E27FC236}">
                <a16:creationId xmlns:a16="http://schemas.microsoft.com/office/drawing/2014/main" id="{28F2D993-1845-4DDB-909B-7F05D6075C36}"/>
              </a:ext>
            </a:extLst>
          </p:cNvPr>
          <p:cNvCxnSpPr/>
          <p:nvPr/>
        </p:nvCxnSpPr>
        <p:spPr>
          <a:xfrm>
            <a:off x="7296150" y="3200400"/>
            <a:ext cx="0" cy="714375"/>
          </a:xfrm>
          <a:prstGeom prst="straightConnector1">
            <a:avLst/>
          </a:prstGeom>
          <a:ln w="17145">
            <a:solidFill>
              <a:srgbClr val="888888"/>
            </a:solidFill>
            <a:prstDash val="solid"/>
            <a:tailEnd type="triangle" w="sm" len="sm"/>
          </a:ln>
        </p:spPr>
      </p:cxnSp>
      <p:cxnSp>
        <p:nvCxnSpPr>
          <p:cNvPr id="29" name="Diagram connection">
            <a:extLst>
              <a:ext uri="{FF2B5EF4-FFF2-40B4-BE49-F238E27FC236}">
                <a16:creationId xmlns:a16="http://schemas.microsoft.com/office/drawing/2014/main" id="{835B5766-D9B7-4622-8DCD-6E3452654BDC}"/>
              </a:ext>
            </a:extLst>
          </p:cNvPr>
          <p:cNvCxnSpPr/>
          <p:nvPr/>
        </p:nvCxnSpPr>
        <p:spPr>
          <a:xfrm>
            <a:off x="10020300" y="2838450"/>
            <a:ext cx="0" cy="361950"/>
          </a:xfrm>
          <a:prstGeom prst="straightConnector1">
            <a:avLst/>
          </a:prstGeom>
          <a:ln w="17145">
            <a:solidFill>
              <a:srgbClr val="888888"/>
            </a:solidFill>
            <a:prstDash val="solid"/>
            <a:headEnd type="triangle" w="sm" len="sm"/>
          </a:ln>
        </p:spPr>
      </p:cxnSp>
      <p:cxnSp>
        <p:nvCxnSpPr>
          <p:cNvPr id="30" name="Diagram connection">
            <a:extLst>
              <a:ext uri="{FF2B5EF4-FFF2-40B4-BE49-F238E27FC236}">
                <a16:creationId xmlns:a16="http://schemas.microsoft.com/office/drawing/2014/main" id="{F2368222-55EF-4620-B068-AA77298D0574}"/>
              </a:ext>
            </a:extLst>
          </p:cNvPr>
          <p:cNvCxnSpPr/>
          <p:nvPr/>
        </p:nvCxnSpPr>
        <p:spPr>
          <a:xfrm>
            <a:off x="10563225" y="2838450"/>
            <a:ext cx="0" cy="666750"/>
          </a:xfrm>
          <a:prstGeom prst="straightConnector1">
            <a:avLst/>
          </a:prstGeom>
          <a:ln w="17145">
            <a:solidFill>
              <a:srgbClr val="888888"/>
            </a:solidFill>
            <a:prstDash val="solid"/>
          </a:ln>
        </p:spPr>
      </p:cxnSp>
      <p:cxnSp>
        <p:nvCxnSpPr>
          <p:cNvPr id="31" name="Diagram connection">
            <a:extLst>
              <a:ext uri="{FF2B5EF4-FFF2-40B4-BE49-F238E27FC236}">
                <a16:creationId xmlns:a16="http://schemas.microsoft.com/office/drawing/2014/main" id="{CF6D5076-0502-4963-A49D-01B676421A21}"/>
              </a:ext>
            </a:extLst>
          </p:cNvPr>
          <p:cNvCxnSpPr/>
          <p:nvPr/>
        </p:nvCxnSpPr>
        <p:spPr>
          <a:xfrm>
            <a:off x="9096375" y="3505200"/>
            <a:ext cx="1466850" cy="0"/>
          </a:xfrm>
          <a:prstGeom prst="straightConnector1">
            <a:avLst/>
          </a:prstGeom>
          <a:ln w="17145">
            <a:solidFill>
              <a:srgbClr val="888888"/>
            </a:solidFill>
            <a:prstDash val="solid"/>
          </a:ln>
        </p:spPr>
      </p:cxnSp>
      <p:cxnSp>
        <p:nvCxnSpPr>
          <p:cNvPr id="32" name="Diagram connection">
            <a:extLst>
              <a:ext uri="{FF2B5EF4-FFF2-40B4-BE49-F238E27FC236}">
                <a16:creationId xmlns:a16="http://schemas.microsoft.com/office/drawing/2014/main" id="{25D67027-EBFE-4CFF-AB2F-E148635C4470}"/>
              </a:ext>
            </a:extLst>
          </p:cNvPr>
          <p:cNvCxnSpPr/>
          <p:nvPr/>
        </p:nvCxnSpPr>
        <p:spPr>
          <a:xfrm>
            <a:off x="9096375" y="3505200"/>
            <a:ext cx="0" cy="409575"/>
          </a:xfrm>
          <a:prstGeom prst="straightConnector1">
            <a:avLst/>
          </a:prstGeom>
          <a:ln w="17145">
            <a:solidFill>
              <a:srgbClr val="888888"/>
            </a:solidFill>
            <a:prstDash val="solid"/>
            <a:tailEnd type="triangle" w="sm" len="sm"/>
          </a:ln>
        </p:spPr>
      </p:cxnSp>
      <p:cxnSp>
        <p:nvCxnSpPr>
          <p:cNvPr id="33" name="Diagram connection">
            <a:extLst>
              <a:ext uri="{FF2B5EF4-FFF2-40B4-BE49-F238E27FC236}">
                <a16:creationId xmlns:a16="http://schemas.microsoft.com/office/drawing/2014/main" id="{07C8354B-45F2-483F-A51F-90D102563952}"/>
              </a:ext>
            </a:extLst>
          </p:cNvPr>
          <p:cNvCxnSpPr/>
          <p:nvPr/>
        </p:nvCxnSpPr>
        <p:spPr>
          <a:xfrm>
            <a:off x="10563225" y="2838450"/>
            <a:ext cx="0" cy="666750"/>
          </a:xfrm>
          <a:prstGeom prst="straightConnector1">
            <a:avLst/>
          </a:prstGeom>
          <a:ln w="17145">
            <a:solidFill>
              <a:srgbClr val="888888"/>
            </a:solidFill>
            <a:prstDash val="solid"/>
            <a:headEnd type="triangle" w="sm" len="sm"/>
          </a:ln>
        </p:spPr>
      </p:cxnSp>
      <p:sp>
        <p:nvSpPr>
          <p:cNvPr id="34" name="HTTP API">
            <a:extLst>
              <a:ext uri="{FF2B5EF4-FFF2-40B4-BE49-F238E27FC236}">
                <a16:creationId xmlns:a16="http://schemas.microsoft.com/office/drawing/2014/main" id="{F519743C-EA9C-4714-98E8-C3A4964D4D3A}"/>
              </a:ext>
            </a:extLst>
          </p:cNvPr>
          <p:cNvSpPr>
            <a:spLocks noGrp="1"/>
          </p:cNvSpPr>
          <p:nvPr/>
        </p:nvSpPr>
        <p:spPr>
          <a:xfrm>
            <a:off x="8410575" y="4724400"/>
            <a:ext cx="1381125" cy="266700"/>
          </a:xfrm>
          <a:prstGeom prst="rect">
            <a:avLst/>
          </a:prstGeom>
          <a:noFill/>
          <a:ln w="0">
            <a:noFill/>
          </a:ln>
        </p:spPr>
        <p:txBody>
          <a:bodyPr wrap="square" lIns="0" tIns="0" rIns="0" bIns="0" anchor="t">
            <a:noAutofit/>
          </a:bodyPr>
          <a:lstStyle>
            <a:defPPr algn="ctr">
              <a:defRPr sz="1575" b="0">
                <a:solidFill>
                  <a:srgbClr val="003366"/>
                </a:solidFill>
                <a:latin typeface="Lato"/>
                <a:ea typeface="Lato"/>
                <a:cs typeface="Lato"/>
              </a:defRPr>
            </a:defPPr>
            <a:lvl1pPr algn="ctr">
              <a:buNone/>
              <a:defRPr sz="1575" b="0">
                <a:solidFill>
                  <a:srgbClr val="003366"/>
                </a:solidFill>
                <a:latin typeface="Lato"/>
                <a:ea typeface="Lato"/>
                <a:cs typeface="Lato"/>
              </a:defRPr>
            </a:lvl1pPr>
            <a:lvl2pPr algn="ctr">
              <a:buNone/>
              <a:defRPr sz="1575" b="0">
                <a:solidFill>
                  <a:srgbClr val="003366"/>
                </a:solidFill>
                <a:latin typeface="Lato"/>
                <a:ea typeface="Lato"/>
                <a:cs typeface="Lato"/>
              </a:defRPr>
            </a:lvl2pPr>
            <a:lvl3pPr algn="ctr">
              <a:buNone/>
              <a:defRPr sz="1575" b="0">
                <a:solidFill>
                  <a:srgbClr val="003366"/>
                </a:solidFill>
                <a:latin typeface="Lato"/>
                <a:ea typeface="Lato"/>
                <a:cs typeface="Lato"/>
              </a:defRPr>
            </a:lvl3pPr>
            <a:lvl4pPr algn="ctr">
              <a:buNone/>
              <a:defRPr sz="1575" b="0">
                <a:solidFill>
                  <a:srgbClr val="003366"/>
                </a:solidFill>
                <a:latin typeface="Lato"/>
                <a:ea typeface="Lato"/>
                <a:cs typeface="Lato"/>
              </a:defRPr>
            </a:lvl4pPr>
            <a:lvl5pPr algn="ctr">
              <a:buNone/>
              <a:defRPr sz="1575" b="0">
                <a:solidFill>
                  <a:srgbClr val="003366"/>
                </a:solidFill>
                <a:latin typeface="Lato"/>
                <a:ea typeface="Lato"/>
                <a:cs typeface="Lato"/>
              </a:defRPr>
            </a:lvl5pPr>
            <a:lvl6pPr algn="ctr">
              <a:buNone/>
              <a:defRPr sz="1575" b="0">
                <a:solidFill>
                  <a:srgbClr val="003366"/>
                </a:solidFill>
                <a:latin typeface="Lato"/>
                <a:ea typeface="Lato"/>
                <a:cs typeface="Lato"/>
              </a:defRPr>
            </a:lvl6pPr>
            <a:lvl7pPr algn="ctr">
              <a:buNone/>
              <a:defRPr sz="1575" b="0">
                <a:solidFill>
                  <a:srgbClr val="003366"/>
                </a:solidFill>
                <a:latin typeface="Lato"/>
                <a:ea typeface="Lato"/>
                <a:cs typeface="Lato"/>
              </a:defRPr>
            </a:lvl7pPr>
            <a:lvl8pPr algn="ctr">
              <a:buNone/>
              <a:defRPr sz="1575" b="0">
                <a:solidFill>
                  <a:srgbClr val="003366"/>
                </a:solidFill>
                <a:latin typeface="Lato"/>
                <a:ea typeface="Lato"/>
                <a:cs typeface="Lato"/>
              </a:defRPr>
            </a:lvl8pPr>
            <a:lvl9pPr algn="ctr">
              <a:buNone/>
              <a:defRPr sz="1575" b="0">
                <a:solidFill>
                  <a:srgbClr val="003366"/>
                </a:solidFill>
                <a:latin typeface="Lato"/>
                <a:ea typeface="Lato"/>
                <a:cs typeface="Lato"/>
              </a:defRPr>
            </a:lvl9pPr>
          </a:lstStyle>
          <a:p>
            <a:pPr algn="ctr">
              <a:buNone/>
              <a:defRPr sz="1575" b="0">
                <a:solidFill>
                  <a:srgbClr val="003366"/>
                </a:solidFill>
                <a:latin typeface="Lato"/>
                <a:ea typeface="Lato"/>
                <a:cs typeface="Lato"/>
              </a:defRPr>
            </a:pPr>
            <a:r>
              <a:rPr sz="1575" b="0">
                <a:solidFill>
                  <a:srgbClr val="003366"/>
                </a:solidFill>
                <a:latin typeface="Lato"/>
                <a:ea typeface="Lato"/>
                <a:cs typeface="Lato"/>
              </a:rPr>
              <a:t>HTTP API</a:t>
            </a:r>
          </a:p>
        </p:txBody>
      </p:sp>
      <p:cxnSp>
        <p:nvCxnSpPr>
          <p:cNvPr id="35" name="Diagram connection">
            <a:extLst>
              <a:ext uri="{FF2B5EF4-FFF2-40B4-BE49-F238E27FC236}">
                <a16:creationId xmlns:a16="http://schemas.microsoft.com/office/drawing/2014/main" id="{DA69C922-8297-42A9-8575-9550E25B04EC}"/>
              </a:ext>
            </a:extLst>
          </p:cNvPr>
          <p:cNvCxnSpPr/>
          <p:nvPr/>
        </p:nvCxnSpPr>
        <p:spPr>
          <a:xfrm>
            <a:off x="11125200" y="2838450"/>
            <a:ext cx="0" cy="1076325"/>
          </a:xfrm>
          <a:prstGeom prst="straightConnector1">
            <a:avLst/>
          </a:prstGeom>
          <a:ln w="17145">
            <a:solidFill>
              <a:srgbClr val="888888"/>
            </a:solidFill>
            <a:prstDash val="solid"/>
            <a:tailEnd type="triangle" w="sm" len="sm"/>
          </a:ln>
        </p:spPr>
      </p:cxnSp>
      <p:sp>
        <p:nvSpPr>
          <p:cNvPr id="36" name="Website trao đổi yêu cầu và kết quả với backend qua HTTP API.">
            <a:extLst>
              <a:ext uri="{FF2B5EF4-FFF2-40B4-BE49-F238E27FC236}">
                <a16:creationId xmlns:a16="http://schemas.microsoft.com/office/drawing/2014/main" id="{F7901D20-EEBA-4ACD-A17E-5388EE8330CA}"/>
              </a:ext>
            </a:extLst>
          </p:cNvPr>
          <p:cNvSpPr>
            <a:spLocks noGrp="1"/>
          </p:cNvSpPr>
          <p:nvPr/>
        </p:nvSpPr>
        <p:spPr>
          <a:xfrm>
            <a:off x="609600" y="5172075"/>
            <a:ext cx="10953750" cy="361950"/>
          </a:xfrm>
          <a:prstGeom prst="rect">
            <a:avLst/>
          </a:prstGeom>
          <a:noFill/>
          <a:ln w="0">
            <a:noFill/>
          </a:ln>
        </p:spPr>
        <p:txBody>
          <a:bodyPr wrap="square" lIns="0" tIns="0" rIns="0" bIns="0" anchor="t">
            <a:noAutofit/>
          </a:bodyPr>
          <a:lstStyle>
            <a:defPPr algn="l">
              <a:defRPr sz="1950" b="0">
                <a:solidFill>
                  <a:srgbClr val="003366"/>
                </a:solidFill>
                <a:latin typeface="Lato"/>
                <a:ea typeface="Lato"/>
                <a:cs typeface="Lato"/>
              </a:defRPr>
            </a:defPPr>
            <a:lvl1pPr algn="l">
              <a:buNone/>
              <a:defRPr sz="1950" b="0">
                <a:solidFill>
                  <a:srgbClr val="003366"/>
                </a:solidFill>
                <a:latin typeface="Lato"/>
                <a:ea typeface="Lato"/>
                <a:cs typeface="Lato"/>
              </a:defRPr>
            </a:lvl1pPr>
            <a:lvl2pPr algn="l">
              <a:buNone/>
              <a:defRPr sz="1950" b="0">
                <a:solidFill>
                  <a:srgbClr val="003366"/>
                </a:solidFill>
                <a:latin typeface="Lato"/>
                <a:ea typeface="Lato"/>
                <a:cs typeface="Lato"/>
              </a:defRPr>
            </a:lvl2pPr>
            <a:lvl3pPr algn="l">
              <a:buNone/>
              <a:defRPr sz="1950" b="0">
                <a:solidFill>
                  <a:srgbClr val="003366"/>
                </a:solidFill>
                <a:latin typeface="Lato"/>
                <a:ea typeface="Lato"/>
                <a:cs typeface="Lato"/>
              </a:defRPr>
            </a:lvl3pPr>
            <a:lvl4pPr algn="l">
              <a:buNone/>
              <a:defRPr sz="1950" b="0">
                <a:solidFill>
                  <a:srgbClr val="003366"/>
                </a:solidFill>
                <a:latin typeface="Lato"/>
                <a:ea typeface="Lato"/>
                <a:cs typeface="Lato"/>
              </a:defRPr>
            </a:lvl4pPr>
            <a:lvl5pPr algn="l">
              <a:buNone/>
              <a:defRPr sz="1950" b="0">
                <a:solidFill>
                  <a:srgbClr val="003366"/>
                </a:solidFill>
                <a:latin typeface="Lato"/>
                <a:ea typeface="Lato"/>
                <a:cs typeface="Lato"/>
              </a:defRPr>
            </a:lvl5pPr>
            <a:lvl6pPr algn="l">
              <a:buNone/>
              <a:defRPr sz="1950" b="0">
                <a:solidFill>
                  <a:srgbClr val="003366"/>
                </a:solidFill>
                <a:latin typeface="Lato"/>
                <a:ea typeface="Lato"/>
                <a:cs typeface="Lato"/>
              </a:defRPr>
            </a:lvl6pPr>
            <a:lvl7pPr algn="l">
              <a:buNone/>
              <a:defRPr sz="1950" b="0">
                <a:solidFill>
                  <a:srgbClr val="003366"/>
                </a:solidFill>
                <a:latin typeface="Lato"/>
                <a:ea typeface="Lato"/>
                <a:cs typeface="Lato"/>
              </a:defRPr>
            </a:lvl7pPr>
            <a:lvl8pPr algn="l">
              <a:buNone/>
              <a:defRPr sz="1950" b="0">
                <a:solidFill>
                  <a:srgbClr val="003366"/>
                </a:solidFill>
                <a:latin typeface="Lato"/>
                <a:ea typeface="Lato"/>
                <a:cs typeface="Lato"/>
              </a:defRPr>
            </a:lvl8pPr>
            <a:lvl9pPr algn="l">
              <a:buNone/>
              <a:defRPr sz="1950" b="0">
                <a:solidFill>
                  <a:srgbClr val="003366"/>
                </a:solidFill>
                <a:latin typeface="Lato"/>
                <a:ea typeface="Lato"/>
                <a:cs typeface="Lato"/>
              </a:defRPr>
            </a:lvl9pPr>
          </a:lstStyle>
          <a:p>
            <a:pPr algn="l">
              <a:buNone/>
              <a:defRPr sz="1950" b="0">
                <a:solidFill>
                  <a:srgbClr val="003366"/>
                </a:solidFill>
                <a:latin typeface="Lato"/>
                <a:ea typeface="Lato"/>
                <a:cs typeface="Lato"/>
              </a:defRPr>
            </a:pPr>
            <a:r>
              <a:rPr sz="1950" b="0" dirty="0">
                <a:solidFill>
                  <a:srgbClr val="003366"/>
                </a:solidFill>
                <a:latin typeface="Lato"/>
                <a:ea typeface="Lato"/>
                <a:cs typeface="Lato"/>
              </a:rPr>
              <a:t>Website </a:t>
            </a:r>
            <a:r>
              <a:rPr sz="1950" b="0" dirty="0" err="1">
                <a:solidFill>
                  <a:srgbClr val="003366"/>
                </a:solidFill>
                <a:latin typeface="Lato"/>
                <a:ea typeface="Lato"/>
                <a:cs typeface="Lato"/>
              </a:rPr>
              <a:t>liên</a:t>
            </a:r>
            <a:r>
              <a:rPr sz="1950" b="0" dirty="0">
                <a:solidFill>
                  <a:srgbClr val="003366"/>
                </a:solidFill>
                <a:latin typeface="Lato"/>
                <a:ea typeface="Lato"/>
                <a:cs typeface="Lato"/>
              </a:rPr>
              <a:t> </a:t>
            </a:r>
            <a:r>
              <a:rPr sz="1950" b="0" dirty="0" err="1">
                <a:solidFill>
                  <a:srgbClr val="003366"/>
                </a:solidFill>
                <a:latin typeface="Lato"/>
                <a:ea typeface="Lato"/>
                <a:cs typeface="Lato"/>
              </a:rPr>
              <a:t>kết</a:t>
            </a:r>
            <a:r>
              <a:rPr sz="1950" b="0" dirty="0">
                <a:solidFill>
                  <a:srgbClr val="003366"/>
                </a:solidFill>
                <a:latin typeface="Lato"/>
                <a:ea typeface="Lato"/>
                <a:cs typeface="Lato"/>
              </a:rPr>
              <a:t>/</a:t>
            </a:r>
            <a:r>
              <a:rPr sz="1950" b="0" dirty="0" err="1">
                <a:solidFill>
                  <a:srgbClr val="003366"/>
                </a:solidFill>
                <a:latin typeface="Lato"/>
                <a:ea typeface="Lato"/>
                <a:cs typeface="Lato"/>
              </a:rPr>
              <a:t>hủy</a:t>
            </a:r>
            <a:r>
              <a:rPr sz="1950" b="0" dirty="0">
                <a:solidFill>
                  <a:srgbClr val="003366"/>
                </a:solidFill>
                <a:latin typeface="Lato"/>
                <a:ea typeface="Lato"/>
                <a:cs typeface="Lato"/>
              </a:rPr>
              <a:t> Telegram </a:t>
            </a:r>
            <a:r>
              <a:rPr sz="1950" b="0" dirty="0" err="1">
                <a:solidFill>
                  <a:srgbClr val="003366"/>
                </a:solidFill>
                <a:latin typeface="Lato"/>
                <a:ea typeface="Lato"/>
                <a:cs typeface="Lato"/>
              </a:rPr>
              <a:t>và</a:t>
            </a:r>
            <a:r>
              <a:rPr sz="1950" b="0" dirty="0">
                <a:solidFill>
                  <a:srgbClr val="003366"/>
                </a:solidFill>
                <a:latin typeface="Lato"/>
                <a:ea typeface="Lato"/>
                <a:cs typeface="Lato"/>
              </a:rPr>
              <a:t> </a:t>
            </a:r>
            <a:r>
              <a:rPr sz="1950" b="0" dirty="0" err="1">
                <a:solidFill>
                  <a:srgbClr val="003366"/>
                </a:solidFill>
                <a:latin typeface="Lato"/>
                <a:ea typeface="Lato"/>
                <a:cs typeface="Lato"/>
              </a:rPr>
              <a:t>bật</a:t>
            </a:r>
            <a:r>
              <a:rPr sz="1950" b="0" dirty="0">
                <a:solidFill>
                  <a:srgbClr val="003366"/>
                </a:solidFill>
                <a:latin typeface="Lato"/>
                <a:ea typeface="Lato"/>
                <a:cs typeface="Lato"/>
              </a:rPr>
              <a:t>/</a:t>
            </a:r>
            <a:r>
              <a:rPr sz="1950" b="0" dirty="0" err="1">
                <a:solidFill>
                  <a:srgbClr val="003366"/>
                </a:solidFill>
                <a:latin typeface="Lato"/>
                <a:ea typeface="Lato"/>
                <a:cs typeface="Lato"/>
              </a:rPr>
              <a:t>tắt</a:t>
            </a:r>
            <a:r>
              <a:rPr sz="1950" b="0" dirty="0">
                <a:solidFill>
                  <a:srgbClr val="003366"/>
                </a:solidFill>
                <a:latin typeface="Lato"/>
                <a:ea typeface="Lato"/>
                <a:cs typeface="Lato"/>
              </a:rPr>
              <a:t> </a:t>
            </a:r>
            <a:r>
              <a:rPr sz="1950" b="0" dirty="0" err="1">
                <a:solidFill>
                  <a:srgbClr val="003366"/>
                </a:solidFill>
                <a:latin typeface="Lato"/>
                <a:ea typeface="Lato"/>
                <a:cs typeface="Lato"/>
              </a:rPr>
              <a:t>bản</a:t>
            </a:r>
            <a:r>
              <a:rPr sz="1950" b="0" dirty="0">
                <a:solidFill>
                  <a:srgbClr val="003366"/>
                </a:solidFill>
                <a:latin typeface="Lato"/>
                <a:ea typeface="Lato"/>
                <a:cs typeface="Lato"/>
              </a:rPr>
              <a:t> tin </a:t>
            </a:r>
            <a:r>
              <a:rPr sz="1950" b="0" dirty="0" err="1">
                <a:solidFill>
                  <a:srgbClr val="003366"/>
                </a:solidFill>
                <a:latin typeface="Lato"/>
                <a:ea typeface="Lato"/>
                <a:cs typeface="Lato"/>
              </a:rPr>
              <a:t>định</a:t>
            </a:r>
            <a:r>
              <a:rPr sz="1950" b="0" dirty="0">
                <a:solidFill>
                  <a:srgbClr val="003366"/>
                </a:solidFill>
                <a:latin typeface="Lato"/>
                <a:ea typeface="Lato"/>
                <a:cs typeface="Lato"/>
              </a:rPr>
              <a:t> </a:t>
            </a:r>
            <a:r>
              <a:rPr sz="1950" b="0" dirty="0" err="1">
                <a:solidFill>
                  <a:srgbClr val="003366"/>
                </a:solidFill>
                <a:latin typeface="Lato"/>
                <a:ea typeface="Lato"/>
                <a:cs typeface="Lato"/>
              </a:rPr>
              <a:t>kỳ</a:t>
            </a:r>
            <a:r>
              <a:rPr sz="1950" b="0" dirty="0">
                <a:solidFill>
                  <a:srgbClr val="003366"/>
                </a:solidFill>
                <a:latin typeface="Lato"/>
                <a:ea typeface="Lato"/>
                <a:cs typeface="Lato"/>
              </a:rPr>
              <a:t>.</a:t>
            </a:r>
          </a:p>
        </p:txBody>
      </p:sp>
      <p:sp>
        <p:nvSpPr>
          <p:cNvPr id="37" name="Đèn và còi tiếp tục cảnh báo tại chỗ khi mất kết nối mạng.">
            <a:extLst>
              <a:ext uri="{FF2B5EF4-FFF2-40B4-BE49-F238E27FC236}">
                <a16:creationId xmlns:a16="http://schemas.microsoft.com/office/drawing/2014/main" id="{40CE43A2-EC02-45EC-8CD3-5AA790F4B0A2}"/>
              </a:ext>
            </a:extLst>
          </p:cNvPr>
          <p:cNvSpPr>
            <a:spLocks noGrp="1"/>
          </p:cNvSpPr>
          <p:nvPr/>
        </p:nvSpPr>
        <p:spPr>
          <a:xfrm>
            <a:off x="609600" y="5686425"/>
            <a:ext cx="10953750" cy="361950"/>
          </a:xfrm>
          <a:prstGeom prst="rect">
            <a:avLst/>
          </a:prstGeom>
          <a:noFill/>
          <a:ln w="0">
            <a:noFill/>
          </a:ln>
        </p:spPr>
        <p:txBody>
          <a:bodyPr wrap="square" lIns="0" tIns="0" rIns="0" bIns="0" anchor="t">
            <a:noAutofit/>
          </a:bodyPr>
          <a:lstStyle>
            <a:defPPr algn="l">
              <a:defRPr sz="2025" b="1">
                <a:solidFill>
                  <a:srgbClr val="003366"/>
                </a:solidFill>
                <a:latin typeface="Lato"/>
                <a:ea typeface="Lato"/>
                <a:cs typeface="Lato"/>
              </a:defRPr>
            </a:defPPr>
            <a:lvl1pPr algn="l">
              <a:buNone/>
              <a:defRPr sz="2025" b="1">
                <a:solidFill>
                  <a:srgbClr val="003366"/>
                </a:solidFill>
                <a:latin typeface="Lato"/>
                <a:ea typeface="Lato"/>
                <a:cs typeface="Lato"/>
              </a:defRPr>
            </a:lvl1pPr>
            <a:lvl2pPr algn="l">
              <a:buNone/>
              <a:defRPr sz="2025" b="1">
                <a:solidFill>
                  <a:srgbClr val="003366"/>
                </a:solidFill>
                <a:latin typeface="Lato"/>
                <a:ea typeface="Lato"/>
                <a:cs typeface="Lato"/>
              </a:defRPr>
            </a:lvl2pPr>
            <a:lvl3pPr algn="l">
              <a:buNone/>
              <a:defRPr sz="2025" b="1">
                <a:solidFill>
                  <a:srgbClr val="003366"/>
                </a:solidFill>
                <a:latin typeface="Lato"/>
                <a:ea typeface="Lato"/>
                <a:cs typeface="Lato"/>
              </a:defRPr>
            </a:lvl3pPr>
            <a:lvl4pPr algn="l">
              <a:buNone/>
              <a:defRPr sz="2025" b="1">
                <a:solidFill>
                  <a:srgbClr val="003366"/>
                </a:solidFill>
                <a:latin typeface="Lato"/>
                <a:ea typeface="Lato"/>
                <a:cs typeface="Lato"/>
              </a:defRPr>
            </a:lvl4pPr>
            <a:lvl5pPr algn="l">
              <a:buNone/>
              <a:defRPr sz="2025" b="1">
                <a:solidFill>
                  <a:srgbClr val="003366"/>
                </a:solidFill>
                <a:latin typeface="Lato"/>
                <a:ea typeface="Lato"/>
                <a:cs typeface="Lato"/>
              </a:defRPr>
            </a:lvl5pPr>
            <a:lvl6pPr algn="l">
              <a:buNone/>
              <a:defRPr sz="2025" b="1">
                <a:solidFill>
                  <a:srgbClr val="003366"/>
                </a:solidFill>
                <a:latin typeface="Lato"/>
                <a:ea typeface="Lato"/>
                <a:cs typeface="Lato"/>
              </a:defRPr>
            </a:lvl6pPr>
            <a:lvl7pPr algn="l">
              <a:buNone/>
              <a:defRPr sz="2025" b="1">
                <a:solidFill>
                  <a:srgbClr val="003366"/>
                </a:solidFill>
                <a:latin typeface="Lato"/>
                <a:ea typeface="Lato"/>
                <a:cs typeface="Lato"/>
              </a:defRPr>
            </a:lvl7pPr>
            <a:lvl8pPr algn="l">
              <a:buNone/>
              <a:defRPr sz="2025" b="1">
                <a:solidFill>
                  <a:srgbClr val="003366"/>
                </a:solidFill>
                <a:latin typeface="Lato"/>
                <a:ea typeface="Lato"/>
                <a:cs typeface="Lato"/>
              </a:defRPr>
            </a:lvl8pPr>
            <a:lvl9pPr algn="l">
              <a:buNone/>
              <a:defRPr sz="2025" b="1">
                <a:solidFill>
                  <a:srgbClr val="003366"/>
                </a:solidFill>
                <a:latin typeface="Lato"/>
                <a:ea typeface="Lato"/>
                <a:cs typeface="Lato"/>
              </a:defRPr>
            </a:lvl9pPr>
          </a:lstStyle>
          <a:p>
            <a:pPr algn="l">
              <a:buNone/>
              <a:defRPr sz="2025" b="1">
                <a:solidFill>
                  <a:srgbClr val="003366"/>
                </a:solidFill>
                <a:latin typeface="Lato"/>
                <a:ea typeface="Lato"/>
                <a:cs typeface="Lato"/>
              </a:defRPr>
            </a:pPr>
            <a:r>
              <a:rPr sz="2025" b="1">
                <a:solidFill>
                  <a:srgbClr val="003366"/>
                </a:solidFill>
                <a:latin typeface="Lato"/>
                <a:ea typeface="Lato"/>
                <a:cs typeface="Lato"/>
              </a:rPr>
              <a:t>Đèn và còi tiếp tục cảnh báo tại chỗ khi mất kết nối mạng.</a:t>
            </a:r>
          </a:p>
        </p:txBody>
      </p:sp>
      <p:pic>
        <p:nvPicPr>
          <p:cNvPr id="38" name="Picture 37">
            <a:extLst>
              <a:ext uri="{FF2B5EF4-FFF2-40B4-BE49-F238E27FC236}">
                <a16:creationId xmlns:a16="http://schemas.microsoft.com/office/drawing/2014/main" id="{70384860-EE3E-452D-A768-E60A617DA8D8}"/>
              </a:ext>
            </a:extLst>
          </p:cNvPr>
          <p:cNvPicPr>
            <a:picLocks noChangeAspect="1"/>
          </p:cNvPicPr>
          <p:nvPr/>
        </p:nvPicPr>
        <p:blipFill>
          <a:blip r:embed="rId3"/>
          <a:srcRect l="5" r="5"/>
          <a:stretch>
            <a:fillRect/>
          </a:stretch>
        </p:blipFill>
        <p:spPr>
          <a:xfrm>
            <a:off x="304800" y="6229350"/>
            <a:ext cx="2971800" cy="344329"/>
          </a:xfrm>
          <a:prstGeom prst="rect">
            <a:avLst/>
          </a:prstGeom>
        </p:spPr>
      </p:pic>
      <p:cxnSp>
        <p:nvCxnSpPr>
          <p:cNvPr id="39" name="Đường chân trang theo mẫu">
            <a:extLst>
              <a:ext uri="{FF2B5EF4-FFF2-40B4-BE49-F238E27FC236}">
                <a16:creationId xmlns:a16="http://schemas.microsoft.com/office/drawing/2014/main" id="{BB7C254F-1F73-4E68-B0AA-48EC2B92854E}"/>
              </a:ext>
            </a:extLst>
          </p:cNvPr>
          <p:cNvCxnSpPr/>
          <p:nvPr/>
        </p:nvCxnSpPr>
        <p:spPr>
          <a:xfrm>
            <a:off x="3619500" y="6391275"/>
            <a:ext cx="8258175" cy="0"/>
          </a:xfrm>
          <a:prstGeom prst="straightConnector1">
            <a:avLst/>
          </a:prstGeom>
          <a:ln w="11906">
            <a:solidFill>
              <a:srgbClr val="C00000"/>
            </a:solidFill>
          </a:ln>
        </p:spPr>
      </p:cxnSp>
      <p:sp>
        <p:nvSpPr>
          <p:cNvPr id="40" name="6">
            <a:extLst>
              <a:ext uri="{FF2B5EF4-FFF2-40B4-BE49-F238E27FC236}">
                <a16:creationId xmlns:a16="http://schemas.microsoft.com/office/drawing/2014/main" id="{5F343A16-1423-4F5A-B310-B39C7E90097C}"/>
              </a:ext>
            </a:extLst>
          </p:cNvPr>
          <p:cNvSpPr>
            <a:spLocks noGrp="1"/>
          </p:cNvSpPr>
          <p:nvPr/>
        </p:nvSpPr>
        <p:spPr>
          <a:xfrm>
            <a:off x="11144250" y="6515100"/>
            <a:ext cx="666750" cy="247650"/>
          </a:xfrm>
          <a:prstGeom prst="rect">
            <a:avLst/>
          </a:prstGeom>
          <a:noFill/>
          <a:ln w="0">
            <a:noFill/>
          </a:ln>
        </p:spPr>
        <p:txBody>
          <a:bodyPr wrap="square" lIns="0" tIns="0" rIns="0" bIns="0" anchor="t">
            <a:noAutofit/>
          </a:bodyPr>
          <a:lstStyle>
            <a:defPPr algn="r">
              <a:defRPr sz="1200" b="0">
                <a:solidFill>
                  <a:srgbClr val="C00000"/>
                </a:solidFill>
                <a:latin typeface="Lato"/>
                <a:ea typeface="Lato"/>
                <a:cs typeface="Lato"/>
              </a:defRPr>
            </a:defPPr>
            <a:lvl1pPr algn="r">
              <a:buNone/>
              <a:defRPr sz="1200" b="0">
                <a:solidFill>
                  <a:srgbClr val="C00000"/>
                </a:solidFill>
                <a:latin typeface="Lato"/>
                <a:ea typeface="Lato"/>
                <a:cs typeface="Lato"/>
              </a:defRPr>
            </a:lvl1pPr>
            <a:lvl2pPr algn="r">
              <a:buNone/>
              <a:defRPr sz="1200" b="0">
                <a:solidFill>
                  <a:srgbClr val="C00000"/>
                </a:solidFill>
                <a:latin typeface="Lato"/>
                <a:ea typeface="Lato"/>
                <a:cs typeface="Lato"/>
              </a:defRPr>
            </a:lvl2pPr>
            <a:lvl3pPr algn="r">
              <a:buNone/>
              <a:defRPr sz="1200" b="0">
                <a:solidFill>
                  <a:srgbClr val="C00000"/>
                </a:solidFill>
                <a:latin typeface="Lato"/>
                <a:ea typeface="Lato"/>
                <a:cs typeface="Lato"/>
              </a:defRPr>
            </a:lvl3pPr>
            <a:lvl4pPr algn="r">
              <a:buNone/>
              <a:defRPr sz="1200" b="0">
                <a:solidFill>
                  <a:srgbClr val="C00000"/>
                </a:solidFill>
                <a:latin typeface="Lato"/>
                <a:ea typeface="Lato"/>
                <a:cs typeface="Lato"/>
              </a:defRPr>
            </a:lvl4pPr>
            <a:lvl5pPr algn="r">
              <a:buNone/>
              <a:defRPr sz="1200" b="0">
                <a:solidFill>
                  <a:srgbClr val="C00000"/>
                </a:solidFill>
                <a:latin typeface="Lato"/>
                <a:ea typeface="Lato"/>
                <a:cs typeface="Lato"/>
              </a:defRPr>
            </a:lvl5pPr>
            <a:lvl6pPr algn="r">
              <a:buNone/>
              <a:defRPr sz="1200" b="0">
                <a:solidFill>
                  <a:srgbClr val="C00000"/>
                </a:solidFill>
                <a:latin typeface="Lato"/>
                <a:ea typeface="Lato"/>
                <a:cs typeface="Lato"/>
              </a:defRPr>
            </a:lvl6pPr>
            <a:lvl7pPr algn="r">
              <a:buNone/>
              <a:defRPr sz="1200" b="0">
                <a:solidFill>
                  <a:srgbClr val="C00000"/>
                </a:solidFill>
                <a:latin typeface="Lato"/>
                <a:ea typeface="Lato"/>
                <a:cs typeface="Lato"/>
              </a:defRPr>
            </a:lvl7pPr>
            <a:lvl8pPr algn="r">
              <a:buNone/>
              <a:defRPr sz="1200" b="0">
                <a:solidFill>
                  <a:srgbClr val="C00000"/>
                </a:solidFill>
                <a:latin typeface="Lato"/>
                <a:ea typeface="Lato"/>
                <a:cs typeface="Lato"/>
              </a:defRPr>
            </a:lvl8pPr>
            <a:lvl9pPr algn="r">
              <a:buNone/>
              <a:defRPr sz="1200" b="0">
                <a:solidFill>
                  <a:srgbClr val="C00000"/>
                </a:solidFill>
                <a:latin typeface="Lato"/>
                <a:ea typeface="Lato"/>
                <a:cs typeface="Lato"/>
              </a:defRPr>
            </a:lvl9pPr>
          </a:lstStyle>
          <a:p>
            <a:pPr algn="r">
              <a:buNone/>
              <a:defRPr sz="1200" b="0">
                <a:solidFill>
                  <a:srgbClr val="C00000"/>
                </a:solidFill>
                <a:latin typeface="Lato"/>
                <a:ea typeface="Lato"/>
                <a:cs typeface="Lato"/>
              </a:defRPr>
            </a:pPr>
            <a:r>
              <a:rPr sz="1200" b="0">
                <a:solidFill>
                  <a:srgbClr val="C00000"/>
                </a:solidFill>
                <a:latin typeface="Lato"/>
                <a:ea typeface="Lato"/>
                <a:cs typeface="Lato"/>
              </a:rPr>
              <a:t>6</a:t>
            </a:r>
          </a:p>
        </p:txBody>
      </p:sp>
      <p:sp>
        <p:nvSpPr>
          <p:cNvPr id="42" name="2.2    Giao thức và luồng dữ liệu">
            <a:extLst>
              <a:ext uri="{FF2B5EF4-FFF2-40B4-BE49-F238E27FC236}">
                <a16:creationId xmlns:a16="http://schemas.microsoft.com/office/drawing/2014/main" id="{35072094-FF60-487E-8598-1858A9DE3B74}"/>
              </a:ext>
            </a:extLst>
          </p:cNvPr>
          <p:cNvSpPr>
            <a:spLocks noGrp="1"/>
          </p:cNvSpPr>
          <p:nvPr/>
        </p:nvSpPr>
        <p:spPr>
          <a:xfrm>
            <a:off x="381000" y="1009650"/>
            <a:ext cx="11239500" cy="409575"/>
          </a:xfrm>
          <a:prstGeom prst="rect">
            <a:avLst/>
          </a:prstGeom>
          <a:noFill/>
          <a:ln w="0">
            <a:noFill/>
          </a:ln>
        </p:spPr>
        <p:txBody>
          <a:bodyPr wrap="square" lIns="0" tIns="0" rIns="0" bIns="0" anchor="t">
            <a:noAutofit/>
          </a:bodyPr>
          <a:lstStyle>
            <a:defPPr algn="l">
              <a:defRPr sz="2400" b="1">
                <a:solidFill>
                  <a:srgbClr val="003366"/>
                </a:solidFill>
                <a:latin typeface="Lato"/>
                <a:ea typeface="Lato"/>
                <a:cs typeface="Lato"/>
              </a:defRPr>
            </a:defPPr>
            <a:lvl1pPr algn="l">
              <a:defRPr sz="2400" b="1">
                <a:solidFill>
                  <a:srgbClr val="003366"/>
                </a:solidFill>
                <a:latin typeface="Lato"/>
                <a:ea typeface="Lato"/>
                <a:cs typeface="Lato"/>
              </a:defRPr>
            </a:lvl1pPr>
            <a:lvl2pPr algn="l">
              <a:defRPr sz="2400" b="1">
                <a:solidFill>
                  <a:srgbClr val="003366"/>
                </a:solidFill>
                <a:latin typeface="Lato"/>
                <a:ea typeface="Lato"/>
                <a:cs typeface="Lato"/>
              </a:defRPr>
            </a:lvl2pPr>
            <a:lvl3pPr algn="l">
              <a:defRPr sz="2400" b="1">
                <a:solidFill>
                  <a:srgbClr val="003366"/>
                </a:solidFill>
                <a:latin typeface="Lato"/>
                <a:ea typeface="Lato"/>
                <a:cs typeface="Lato"/>
              </a:defRPr>
            </a:lvl3pPr>
            <a:lvl4pPr algn="l">
              <a:defRPr sz="2400" b="1">
                <a:solidFill>
                  <a:srgbClr val="003366"/>
                </a:solidFill>
                <a:latin typeface="Lato"/>
                <a:ea typeface="Lato"/>
                <a:cs typeface="Lato"/>
              </a:defRPr>
            </a:lvl4pPr>
            <a:lvl5pPr algn="l">
              <a:defRPr sz="2400" b="1">
                <a:solidFill>
                  <a:srgbClr val="003366"/>
                </a:solidFill>
                <a:latin typeface="Lato"/>
                <a:ea typeface="Lato"/>
                <a:cs typeface="Lato"/>
              </a:defRPr>
            </a:lvl5pPr>
            <a:lvl6pPr algn="l">
              <a:defRPr sz="2400" b="1">
                <a:solidFill>
                  <a:srgbClr val="003366"/>
                </a:solidFill>
                <a:latin typeface="Lato"/>
                <a:ea typeface="Lato"/>
                <a:cs typeface="Lato"/>
              </a:defRPr>
            </a:lvl6pPr>
            <a:lvl7pPr algn="l">
              <a:defRPr sz="2400" b="1">
                <a:solidFill>
                  <a:srgbClr val="003366"/>
                </a:solidFill>
                <a:latin typeface="Lato"/>
                <a:ea typeface="Lato"/>
                <a:cs typeface="Lato"/>
              </a:defRPr>
            </a:lvl7pPr>
            <a:lvl8pPr algn="l">
              <a:defRPr sz="2400" b="1">
                <a:solidFill>
                  <a:srgbClr val="003366"/>
                </a:solidFill>
                <a:latin typeface="Lato"/>
                <a:ea typeface="Lato"/>
                <a:cs typeface="Lato"/>
              </a:defRPr>
            </a:lvl8pPr>
            <a:lvl9pPr algn="l">
              <a:defRPr sz="2400" b="1">
                <a:solidFill>
                  <a:srgbClr val="003366"/>
                </a:solidFill>
                <a:latin typeface="Lato"/>
                <a:ea typeface="Lato"/>
                <a:cs typeface="Lato"/>
              </a:defRPr>
            </a:lvl9pPr>
          </a:lstStyle>
          <a:p>
            <a:pPr algn="l">
              <a:defRPr sz="2400" b="1">
                <a:solidFill>
                  <a:srgbClr val="003366"/>
                </a:solidFill>
                <a:latin typeface="Lato"/>
                <a:ea typeface="Lato"/>
                <a:cs typeface="Lato"/>
              </a:defRPr>
            </a:pPr>
            <a:r>
              <a:rPr sz="2400" b="1">
                <a:solidFill>
                  <a:srgbClr val="003366"/>
                </a:solidFill>
                <a:latin typeface="Lato"/>
                <a:ea typeface="Lato"/>
                <a:cs typeface="Lato"/>
              </a:rPr>
              <a:t>2.2    Giao thức và luồng dữ liệu</a:t>
            </a:r>
          </a:p>
        </p:txBody>
      </p:sp>
      <p:sp>
        <p:nvSpPr>
          <p:cNvPr id="43" name="MQTT qua Wi-Fi 2,4 GHz, HTTP API phục vụ website">
            <a:extLst>
              <a:ext uri="{FF2B5EF4-FFF2-40B4-BE49-F238E27FC236}">
                <a16:creationId xmlns:a16="http://schemas.microsoft.com/office/drawing/2014/main" id="{3FE8F7EC-D225-4C74-BD41-12E8784C70E1}"/>
              </a:ext>
            </a:extLst>
          </p:cNvPr>
          <p:cNvSpPr>
            <a:spLocks noGrp="1"/>
          </p:cNvSpPr>
          <p:nvPr/>
        </p:nvSpPr>
        <p:spPr>
          <a:xfrm>
            <a:off x="609600" y="1457325"/>
            <a:ext cx="10972800" cy="276225"/>
          </a:xfrm>
          <a:prstGeom prst="rect">
            <a:avLst/>
          </a:prstGeom>
          <a:noFill/>
          <a:ln w="0">
            <a:noFill/>
          </a:ln>
        </p:spPr>
        <p:txBody>
          <a:bodyPr wrap="square" lIns="0" tIns="0" rIns="0" bIns="0" anchor="t">
            <a:noAutofit/>
          </a:bodyPr>
          <a:lstStyle>
            <a:defPPr algn="l">
              <a:defRPr sz="1650" b="0">
                <a:solidFill>
                  <a:srgbClr val="003366"/>
                </a:solidFill>
                <a:latin typeface="Lato"/>
                <a:ea typeface="Lato"/>
                <a:cs typeface="Lato"/>
              </a:defRPr>
            </a:defPPr>
            <a:lvl1pPr algn="l">
              <a:defRPr sz="1650" b="0">
                <a:solidFill>
                  <a:srgbClr val="003366"/>
                </a:solidFill>
                <a:latin typeface="Lato"/>
                <a:ea typeface="Lato"/>
                <a:cs typeface="Lato"/>
              </a:defRPr>
            </a:lvl1pPr>
            <a:lvl2pPr algn="l">
              <a:defRPr sz="1650" b="0">
                <a:solidFill>
                  <a:srgbClr val="003366"/>
                </a:solidFill>
                <a:latin typeface="Lato"/>
                <a:ea typeface="Lato"/>
                <a:cs typeface="Lato"/>
              </a:defRPr>
            </a:lvl2pPr>
            <a:lvl3pPr algn="l">
              <a:defRPr sz="1650" b="0">
                <a:solidFill>
                  <a:srgbClr val="003366"/>
                </a:solidFill>
                <a:latin typeface="Lato"/>
                <a:ea typeface="Lato"/>
                <a:cs typeface="Lato"/>
              </a:defRPr>
            </a:lvl3pPr>
            <a:lvl4pPr algn="l">
              <a:defRPr sz="1650" b="0">
                <a:solidFill>
                  <a:srgbClr val="003366"/>
                </a:solidFill>
                <a:latin typeface="Lato"/>
                <a:ea typeface="Lato"/>
                <a:cs typeface="Lato"/>
              </a:defRPr>
            </a:lvl4pPr>
            <a:lvl5pPr algn="l">
              <a:defRPr sz="1650" b="0">
                <a:solidFill>
                  <a:srgbClr val="003366"/>
                </a:solidFill>
                <a:latin typeface="Lato"/>
                <a:ea typeface="Lato"/>
                <a:cs typeface="Lato"/>
              </a:defRPr>
            </a:lvl5pPr>
            <a:lvl6pPr algn="l">
              <a:defRPr sz="1650" b="0">
                <a:solidFill>
                  <a:srgbClr val="003366"/>
                </a:solidFill>
                <a:latin typeface="Lato"/>
                <a:ea typeface="Lato"/>
                <a:cs typeface="Lato"/>
              </a:defRPr>
            </a:lvl6pPr>
            <a:lvl7pPr algn="l">
              <a:defRPr sz="1650" b="0">
                <a:solidFill>
                  <a:srgbClr val="003366"/>
                </a:solidFill>
                <a:latin typeface="Lato"/>
                <a:ea typeface="Lato"/>
                <a:cs typeface="Lato"/>
              </a:defRPr>
            </a:lvl7pPr>
            <a:lvl8pPr algn="l">
              <a:defRPr sz="1650" b="0">
                <a:solidFill>
                  <a:srgbClr val="003366"/>
                </a:solidFill>
                <a:latin typeface="Lato"/>
                <a:ea typeface="Lato"/>
                <a:cs typeface="Lato"/>
              </a:defRPr>
            </a:lvl8pPr>
            <a:lvl9pPr algn="l">
              <a:defRPr sz="1650" b="0">
                <a:solidFill>
                  <a:srgbClr val="003366"/>
                </a:solidFill>
                <a:latin typeface="Lato"/>
                <a:ea typeface="Lato"/>
                <a:cs typeface="Lato"/>
              </a:defRPr>
            </a:lvl9pPr>
          </a:lstStyle>
          <a:p>
            <a:pPr algn="l">
              <a:defRPr sz="1650" b="0">
                <a:solidFill>
                  <a:srgbClr val="003366"/>
                </a:solidFill>
                <a:latin typeface="Lato"/>
                <a:ea typeface="Lato"/>
                <a:cs typeface="Lato"/>
              </a:defRPr>
            </a:pPr>
            <a:r>
              <a:rPr sz="1650" b="0">
                <a:solidFill>
                  <a:srgbClr val="003366"/>
                </a:solidFill>
                <a:latin typeface="Lato"/>
                <a:ea typeface="Lato"/>
                <a:cs typeface="Lato"/>
              </a:rPr>
              <a:t>MQTT qua Wi-Fi 2,4 GHz, HTTP API phục vụ website</a:t>
            </a:r>
          </a:p>
        </p:txBody>
      </p:sp>
    </p:spTree>
    <p:extLst>
      <p:ext uri="{BB962C8B-B14F-4D97-AF65-F5344CB8AC3E}">
        <p14:creationId xmlns:p14="http://schemas.microsoft.com/office/powerpoint/2010/main" val="1541645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Google Shape;176;p8">
            <a:extLst>
              <a:ext uri="{FF2B5EF4-FFF2-40B4-BE49-F238E27FC236}">
                <a16:creationId xmlns:a16="http://schemas.microsoft.com/office/drawing/2014/main" id="{4E598D0C-7662-40A6-B0E5-57249D51781C}"/>
              </a:ext>
            </a:extLst>
          </p:cNvPr>
          <p:cNvSpPr>
            <a:spLocks noGrp="1"/>
          </p:cNvSpPr>
          <p:nvPr/>
        </p:nvSpPr>
        <p:spPr>
          <a:xfrm>
            <a:off x="287868" y="260081"/>
            <a:ext cx="660399" cy="527140"/>
          </a:xfrm>
          <a:prstGeom prst="rect">
            <a:avLst/>
          </a:prstGeom>
          <a:solidFill>
            <a:srgbClr val="C00000"/>
          </a:solidFill>
          <a:ln>
            <a:noFill/>
          </a:ln>
        </p:spPr>
        <p:txBody>
          <a:bodyPr spcFirstLastPara="1" wrap="square" lIns="91425" tIns="45700" rIns="91425" bIns="45700" anchor="t">
            <a:noAutofit/>
          </a:bodyPr>
          <a:lstStyle/>
          <a:p>
            <a:pPr marL="0" marR="0" lvl="0" indent="0" algn="ctr">
              <a:lnSpc>
                <a:spcPct val="90000"/>
              </a:lnSpc>
              <a:spcBef>
                <a:spcPts val="0"/>
              </a:spcBef>
              <a:spcAft>
                <a:spcPts val="0"/>
              </a:spcAft>
              <a:buClr>
                <a:schemeClr val="lt1"/>
              </a:buClr>
              <a:buSzPts val="3200"/>
              <a:buFont typeface="Lato"/>
              <a:buNone/>
            </a:pPr>
            <a:r>
              <a:rPr sz="3200" b="1" i="0" u="none" strike="noStrike" cap="none">
                <a:solidFill>
                  <a:schemeClr val="lt1"/>
                </a:solidFill>
                <a:latin typeface="Lato"/>
                <a:ea typeface="Lato"/>
                <a:cs typeface="Lato"/>
              </a:rPr>
              <a:t>2</a:t>
            </a:r>
            <a:endParaRPr/>
          </a:p>
        </p:txBody>
      </p:sp>
      <p:sp>
        <p:nvSpPr>
          <p:cNvPr id="2" name="Google Shape;181;p8">
            <a:extLst>
              <a:ext uri="{FF2B5EF4-FFF2-40B4-BE49-F238E27FC236}">
                <a16:creationId xmlns:a16="http://schemas.microsoft.com/office/drawing/2014/main" id="{A57C218D-4CE3-4159-94BD-1BD06BEC562F}"/>
              </a:ext>
            </a:extLst>
          </p:cNvPr>
          <p:cNvSpPr>
            <a:spLocks noGrp="1"/>
          </p:cNvSpPr>
          <p:nvPr/>
        </p:nvSpPr>
        <p:spPr>
          <a:xfrm>
            <a:off x="1032933" y="230370"/>
            <a:ext cx="10668000" cy="523173"/>
          </a:xfrm>
          <a:prstGeom prst="rect">
            <a:avLst/>
          </a:prstGeom>
          <a:noFill/>
          <a:ln>
            <a:noFill/>
          </a:ln>
        </p:spPr>
        <p:txBody>
          <a:bodyPr spcFirstLastPara="1" wrap="square" lIns="91425" tIns="45700" rIns="91425" bIns="45700" anchor="t">
            <a:noAutofit/>
          </a:bodyPr>
          <a:lstStyle/>
          <a:p>
            <a:pPr marL="0" marR="0" lvl="0" indent="0" algn="l">
              <a:lnSpc>
                <a:spcPct val="90000"/>
              </a:lnSpc>
              <a:spcBef>
                <a:spcPts val="0"/>
              </a:spcBef>
              <a:spcAft>
                <a:spcPts val="0"/>
              </a:spcAft>
              <a:buClr>
                <a:srgbClr val="003366"/>
              </a:buClr>
              <a:buSzPts val="3200"/>
              <a:buFont typeface="Lato"/>
              <a:buNone/>
            </a:pPr>
            <a:r>
              <a:rPr sz="3200" b="1" i="0" u="none" strike="noStrike" cap="none">
                <a:solidFill>
                  <a:srgbClr val="003366"/>
                </a:solidFill>
                <a:latin typeface="Lato"/>
                <a:ea typeface="Lato"/>
                <a:cs typeface="Lato"/>
              </a:rPr>
              <a:t>KIẾN TRÚC VÀ BACKEND</a:t>
            </a:r>
            <a:endParaRPr/>
          </a:p>
        </p:txBody>
      </p:sp>
      <p:cxnSp>
        <p:nvCxnSpPr>
          <p:cNvPr id="3" name="Google Shape;182;p8">
            <a:extLst>
              <a:ext uri="{FF2B5EF4-FFF2-40B4-BE49-F238E27FC236}">
                <a16:creationId xmlns:a16="http://schemas.microsoft.com/office/drawing/2014/main" id="{75043122-0B38-4BF5-97FB-D99673CEAB10}"/>
              </a:ext>
            </a:extLst>
          </p:cNvPr>
          <p:cNvCxnSpPr/>
          <p:nvPr/>
        </p:nvCxnSpPr>
        <p:spPr>
          <a:xfrm rot="10800000" flipH="1">
            <a:off x="1134533" y="753543"/>
            <a:ext cx="3976827" cy="1144"/>
          </a:xfrm>
          <a:prstGeom prst="straightConnector1">
            <a:avLst/>
          </a:prstGeom>
          <a:ln w="38100" cap="flat">
            <a:solidFill>
              <a:srgbClr val="C00000"/>
            </a:solidFill>
            <a:prstDash val="solid"/>
            <a:miter/>
            <a:headEnd type="none" w="sm" len="sm"/>
            <a:tailEnd type="none" w="sm" len="sm"/>
          </a:ln>
        </p:spPr>
      </p:cxnSp>
      <p:sp>
        <p:nvSpPr>
          <p:cNvPr id="5" name="1. Tài khoản và phân quyền">
            <a:extLst>
              <a:ext uri="{FF2B5EF4-FFF2-40B4-BE49-F238E27FC236}">
                <a16:creationId xmlns:a16="http://schemas.microsoft.com/office/drawing/2014/main" id="{DCA9C8B6-FE5D-4FB7-A932-FAE9A12DF9B8}"/>
              </a:ext>
            </a:extLst>
          </p:cNvPr>
          <p:cNvSpPr>
            <a:spLocks noGrp="1"/>
          </p:cNvSpPr>
          <p:nvPr/>
        </p:nvSpPr>
        <p:spPr>
          <a:xfrm>
            <a:off x="609600" y="1876425"/>
            <a:ext cx="5095875" cy="485775"/>
          </a:xfrm>
          <a:prstGeom prst="rect">
            <a:avLst/>
          </a:prstGeom>
          <a:noFill/>
          <a:ln w="0">
            <a:noFill/>
          </a:ln>
        </p:spPr>
        <p:txBody>
          <a:bodyPr wrap="square" lIns="0" tIns="0" rIns="0" bIns="0" anchor="t">
            <a:noAutofit/>
          </a:bodyPr>
          <a:lstStyle>
            <a:defPPr algn="l">
              <a:defRPr sz="2175" b="0">
                <a:solidFill>
                  <a:srgbClr val="003366"/>
                </a:solidFill>
                <a:latin typeface="Lato"/>
                <a:ea typeface="Lato"/>
                <a:cs typeface="Lato"/>
              </a:defRPr>
            </a:defPPr>
            <a:lvl1pPr algn="l">
              <a:buNone/>
              <a:defRPr sz="2175" b="0">
                <a:solidFill>
                  <a:srgbClr val="003366"/>
                </a:solidFill>
                <a:latin typeface="Lato"/>
                <a:ea typeface="Lato"/>
                <a:cs typeface="Lato"/>
              </a:defRPr>
            </a:lvl1pPr>
            <a:lvl2pPr algn="l">
              <a:buNone/>
              <a:defRPr sz="2175" b="0">
                <a:solidFill>
                  <a:srgbClr val="003366"/>
                </a:solidFill>
                <a:latin typeface="Lato"/>
                <a:ea typeface="Lato"/>
                <a:cs typeface="Lato"/>
              </a:defRPr>
            </a:lvl2pPr>
            <a:lvl3pPr algn="l">
              <a:buNone/>
              <a:defRPr sz="2175" b="0">
                <a:solidFill>
                  <a:srgbClr val="003366"/>
                </a:solidFill>
                <a:latin typeface="Lato"/>
                <a:ea typeface="Lato"/>
                <a:cs typeface="Lato"/>
              </a:defRPr>
            </a:lvl3pPr>
            <a:lvl4pPr algn="l">
              <a:buNone/>
              <a:defRPr sz="2175" b="0">
                <a:solidFill>
                  <a:srgbClr val="003366"/>
                </a:solidFill>
                <a:latin typeface="Lato"/>
                <a:ea typeface="Lato"/>
                <a:cs typeface="Lato"/>
              </a:defRPr>
            </a:lvl4pPr>
            <a:lvl5pPr algn="l">
              <a:buNone/>
              <a:defRPr sz="2175" b="0">
                <a:solidFill>
                  <a:srgbClr val="003366"/>
                </a:solidFill>
                <a:latin typeface="Lato"/>
                <a:ea typeface="Lato"/>
                <a:cs typeface="Lato"/>
              </a:defRPr>
            </a:lvl5pPr>
            <a:lvl6pPr algn="l">
              <a:buNone/>
              <a:defRPr sz="2175" b="0">
                <a:solidFill>
                  <a:srgbClr val="003366"/>
                </a:solidFill>
                <a:latin typeface="Lato"/>
                <a:ea typeface="Lato"/>
                <a:cs typeface="Lato"/>
              </a:defRPr>
            </a:lvl6pPr>
            <a:lvl7pPr algn="l">
              <a:buNone/>
              <a:defRPr sz="2175" b="0">
                <a:solidFill>
                  <a:srgbClr val="003366"/>
                </a:solidFill>
                <a:latin typeface="Lato"/>
                <a:ea typeface="Lato"/>
                <a:cs typeface="Lato"/>
              </a:defRPr>
            </a:lvl7pPr>
            <a:lvl8pPr algn="l">
              <a:buNone/>
              <a:defRPr sz="2175" b="0">
                <a:solidFill>
                  <a:srgbClr val="003366"/>
                </a:solidFill>
                <a:latin typeface="Lato"/>
                <a:ea typeface="Lato"/>
                <a:cs typeface="Lato"/>
              </a:defRPr>
            </a:lvl8pPr>
            <a:lvl9pPr algn="l">
              <a:buNone/>
              <a:defRPr sz="2175" b="0">
                <a:solidFill>
                  <a:srgbClr val="003366"/>
                </a:solidFill>
                <a:latin typeface="Lato"/>
                <a:ea typeface="Lato"/>
                <a:cs typeface="Lato"/>
              </a:defRPr>
            </a:lvl9pPr>
          </a:lstStyle>
          <a:p>
            <a:pPr algn="l">
              <a:buNone/>
              <a:defRPr sz="2175" b="0">
                <a:solidFill>
                  <a:srgbClr val="003366"/>
                </a:solidFill>
                <a:latin typeface="Lato"/>
                <a:ea typeface="Lato"/>
                <a:cs typeface="Lato"/>
              </a:defRPr>
            </a:pPr>
            <a:r>
              <a:rPr sz="2175" b="0">
                <a:solidFill>
                  <a:srgbClr val="003366"/>
                </a:solidFill>
                <a:latin typeface="Lato"/>
                <a:ea typeface="Lato"/>
                <a:cs typeface="Lato"/>
              </a:rPr>
              <a:t>1. Tài khoản và phân quyền</a:t>
            </a:r>
          </a:p>
        </p:txBody>
      </p:sp>
      <p:sp>
        <p:nvSpPr>
          <p:cNvPr id="6" name="2. Thiết bị và phòng">
            <a:extLst>
              <a:ext uri="{FF2B5EF4-FFF2-40B4-BE49-F238E27FC236}">
                <a16:creationId xmlns:a16="http://schemas.microsoft.com/office/drawing/2014/main" id="{DA9A1DB1-29DF-434F-8C4D-C2201A7AEF0D}"/>
              </a:ext>
            </a:extLst>
          </p:cNvPr>
          <p:cNvSpPr>
            <a:spLocks noGrp="1"/>
          </p:cNvSpPr>
          <p:nvPr/>
        </p:nvSpPr>
        <p:spPr>
          <a:xfrm>
            <a:off x="609600" y="2495550"/>
            <a:ext cx="5095875" cy="485775"/>
          </a:xfrm>
          <a:prstGeom prst="rect">
            <a:avLst/>
          </a:prstGeom>
          <a:noFill/>
          <a:ln w="0">
            <a:noFill/>
          </a:ln>
        </p:spPr>
        <p:txBody>
          <a:bodyPr wrap="square" lIns="0" tIns="0" rIns="0" bIns="0" anchor="t">
            <a:noAutofit/>
          </a:bodyPr>
          <a:lstStyle>
            <a:defPPr algn="l">
              <a:defRPr sz="2175" b="0">
                <a:solidFill>
                  <a:srgbClr val="003366"/>
                </a:solidFill>
                <a:latin typeface="Lato"/>
                <a:ea typeface="Lato"/>
                <a:cs typeface="Lato"/>
              </a:defRPr>
            </a:defPPr>
            <a:lvl1pPr algn="l">
              <a:buNone/>
              <a:defRPr sz="2175" b="0">
                <a:solidFill>
                  <a:srgbClr val="003366"/>
                </a:solidFill>
                <a:latin typeface="Lato"/>
                <a:ea typeface="Lato"/>
                <a:cs typeface="Lato"/>
              </a:defRPr>
            </a:lvl1pPr>
            <a:lvl2pPr algn="l">
              <a:buNone/>
              <a:defRPr sz="2175" b="0">
                <a:solidFill>
                  <a:srgbClr val="003366"/>
                </a:solidFill>
                <a:latin typeface="Lato"/>
                <a:ea typeface="Lato"/>
                <a:cs typeface="Lato"/>
              </a:defRPr>
            </a:lvl2pPr>
            <a:lvl3pPr algn="l">
              <a:buNone/>
              <a:defRPr sz="2175" b="0">
                <a:solidFill>
                  <a:srgbClr val="003366"/>
                </a:solidFill>
                <a:latin typeface="Lato"/>
                <a:ea typeface="Lato"/>
                <a:cs typeface="Lato"/>
              </a:defRPr>
            </a:lvl3pPr>
            <a:lvl4pPr algn="l">
              <a:buNone/>
              <a:defRPr sz="2175" b="0">
                <a:solidFill>
                  <a:srgbClr val="003366"/>
                </a:solidFill>
                <a:latin typeface="Lato"/>
                <a:ea typeface="Lato"/>
                <a:cs typeface="Lato"/>
              </a:defRPr>
            </a:lvl4pPr>
            <a:lvl5pPr algn="l">
              <a:buNone/>
              <a:defRPr sz="2175" b="0">
                <a:solidFill>
                  <a:srgbClr val="003366"/>
                </a:solidFill>
                <a:latin typeface="Lato"/>
                <a:ea typeface="Lato"/>
                <a:cs typeface="Lato"/>
              </a:defRPr>
            </a:lvl5pPr>
            <a:lvl6pPr algn="l">
              <a:buNone/>
              <a:defRPr sz="2175" b="0">
                <a:solidFill>
                  <a:srgbClr val="003366"/>
                </a:solidFill>
                <a:latin typeface="Lato"/>
                <a:ea typeface="Lato"/>
                <a:cs typeface="Lato"/>
              </a:defRPr>
            </a:lvl6pPr>
            <a:lvl7pPr algn="l">
              <a:buNone/>
              <a:defRPr sz="2175" b="0">
                <a:solidFill>
                  <a:srgbClr val="003366"/>
                </a:solidFill>
                <a:latin typeface="Lato"/>
                <a:ea typeface="Lato"/>
                <a:cs typeface="Lato"/>
              </a:defRPr>
            </a:lvl7pPr>
            <a:lvl8pPr algn="l">
              <a:buNone/>
              <a:defRPr sz="2175" b="0">
                <a:solidFill>
                  <a:srgbClr val="003366"/>
                </a:solidFill>
                <a:latin typeface="Lato"/>
                <a:ea typeface="Lato"/>
                <a:cs typeface="Lato"/>
              </a:defRPr>
            </a:lvl8pPr>
            <a:lvl9pPr algn="l">
              <a:buNone/>
              <a:defRPr sz="2175" b="0">
                <a:solidFill>
                  <a:srgbClr val="003366"/>
                </a:solidFill>
                <a:latin typeface="Lato"/>
                <a:ea typeface="Lato"/>
                <a:cs typeface="Lato"/>
              </a:defRPr>
            </a:lvl9pPr>
          </a:lstStyle>
          <a:p>
            <a:pPr algn="l">
              <a:buNone/>
              <a:defRPr sz="2175" b="0">
                <a:solidFill>
                  <a:srgbClr val="003366"/>
                </a:solidFill>
                <a:latin typeface="Lato"/>
                <a:ea typeface="Lato"/>
                <a:cs typeface="Lato"/>
              </a:defRPr>
            </a:pPr>
            <a:r>
              <a:rPr sz="2175" b="0">
                <a:solidFill>
                  <a:srgbClr val="003366"/>
                </a:solidFill>
                <a:latin typeface="Lato"/>
                <a:ea typeface="Lato"/>
                <a:cs typeface="Lato"/>
              </a:rPr>
              <a:t>2. Thiết bị và phòng</a:t>
            </a:r>
          </a:p>
        </p:txBody>
      </p:sp>
      <p:sp>
        <p:nvSpPr>
          <p:cNvPr id="7" name="3. Nhận MQTT, lưu dữ liệu">
            <a:extLst>
              <a:ext uri="{FF2B5EF4-FFF2-40B4-BE49-F238E27FC236}">
                <a16:creationId xmlns:a16="http://schemas.microsoft.com/office/drawing/2014/main" id="{377C24AB-83C4-433B-B512-F2DD5805507C}"/>
              </a:ext>
            </a:extLst>
          </p:cNvPr>
          <p:cNvSpPr>
            <a:spLocks noGrp="1"/>
          </p:cNvSpPr>
          <p:nvPr/>
        </p:nvSpPr>
        <p:spPr>
          <a:xfrm>
            <a:off x="609600" y="3114675"/>
            <a:ext cx="5095875" cy="485775"/>
          </a:xfrm>
          <a:prstGeom prst="rect">
            <a:avLst/>
          </a:prstGeom>
          <a:noFill/>
          <a:ln w="0">
            <a:noFill/>
          </a:ln>
        </p:spPr>
        <p:txBody>
          <a:bodyPr wrap="square" lIns="0" tIns="0" rIns="0" bIns="0" anchor="t">
            <a:noAutofit/>
          </a:bodyPr>
          <a:lstStyle>
            <a:defPPr algn="l">
              <a:defRPr sz="2175" b="0">
                <a:solidFill>
                  <a:srgbClr val="003366"/>
                </a:solidFill>
                <a:latin typeface="Lato"/>
                <a:ea typeface="Lato"/>
                <a:cs typeface="Lato"/>
              </a:defRPr>
            </a:defPPr>
            <a:lvl1pPr algn="l">
              <a:buNone/>
              <a:defRPr sz="2175" b="0">
                <a:solidFill>
                  <a:srgbClr val="003366"/>
                </a:solidFill>
                <a:latin typeface="Lato"/>
                <a:ea typeface="Lato"/>
                <a:cs typeface="Lato"/>
              </a:defRPr>
            </a:lvl1pPr>
            <a:lvl2pPr algn="l">
              <a:buNone/>
              <a:defRPr sz="2175" b="0">
                <a:solidFill>
                  <a:srgbClr val="003366"/>
                </a:solidFill>
                <a:latin typeface="Lato"/>
                <a:ea typeface="Lato"/>
                <a:cs typeface="Lato"/>
              </a:defRPr>
            </a:lvl2pPr>
            <a:lvl3pPr algn="l">
              <a:buNone/>
              <a:defRPr sz="2175" b="0">
                <a:solidFill>
                  <a:srgbClr val="003366"/>
                </a:solidFill>
                <a:latin typeface="Lato"/>
                <a:ea typeface="Lato"/>
                <a:cs typeface="Lato"/>
              </a:defRPr>
            </a:lvl3pPr>
            <a:lvl4pPr algn="l">
              <a:buNone/>
              <a:defRPr sz="2175" b="0">
                <a:solidFill>
                  <a:srgbClr val="003366"/>
                </a:solidFill>
                <a:latin typeface="Lato"/>
                <a:ea typeface="Lato"/>
                <a:cs typeface="Lato"/>
              </a:defRPr>
            </a:lvl4pPr>
            <a:lvl5pPr algn="l">
              <a:buNone/>
              <a:defRPr sz="2175" b="0">
                <a:solidFill>
                  <a:srgbClr val="003366"/>
                </a:solidFill>
                <a:latin typeface="Lato"/>
                <a:ea typeface="Lato"/>
                <a:cs typeface="Lato"/>
              </a:defRPr>
            </a:lvl5pPr>
            <a:lvl6pPr algn="l">
              <a:buNone/>
              <a:defRPr sz="2175" b="0">
                <a:solidFill>
                  <a:srgbClr val="003366"/>
                </a:solidFill>
                <a:latin typeface="Lato"/>
                <a:ea typeface="Lato"/>
                <a:cs typeface="Lato"/>
              </a:defRPr>
            </a:lvl6pPr>
            <a:lvl7pPr algn="l">
              <a:buNone/>
              <a:defRPr sz="2175" b="0">
                <a:solidFill>
                  <a:srgbClr val="003366"/>
                </a:solidFill>
                <a:latin typeface="Lato"/>
                <a:ea typeface="Lato"/>
                <a:cs typeface="Lato"/>
              </a:defRPr>
            </a:lvl7pPr>
            <a:lvl8pPr algn="l">
              <a:buNone/>
              <a:defRPr sz="2175" b="0">
                <a:solidFill>
                  <a:srgbClr val="003366"/>
                </a:solidFill>
                <a:latin typeface="Lato"/>
                <a:ea typeface="Lato"/>
                <a:cs typeface="Lato"/>
              </a:defRPr>
            </a:lvl8pPr>
            <a:lvl9pPr algn="l">
              <a:buNone/>
              <a:defRPr sz="2175" b="0">
                <a:solidFill>
                  <a:srgbClr val="003366"/>
                </a:solidFill>
                <a:latin typeface="Lato"/>
                <a:ea typeface="Lato"/>
                <a:cs typeface="Lato"/>
              </a:defRPr>
            </a:lvl9pPr>
          </a:lstStyle>
          <a:p>
            <a:pPr algn="l">
              <a:buNone/>
              <a:defRPr sz="2175" b="0">
                <a:solidFill>
                  <a:srgbClr val="003366"/>
                </a:solidFill>
                <a:latin typeface="Lato"/>
                <a:ea typeface="Lato"/>
                <a:cs typeface="Lato"/>
              </a:defRPr>
            </a:pPr>
            <a:r>
              <a:rPr sz="2175" b="0">
                <a:solidFill>
                  <a:srgbClr val="003366"/>
                </a:solidFill>
                <a:latin typeface="Lato"/>
                <a:ea typeface="Lato"/>
                <a:cs typeface="Lato"/>
              </a:rPr>
              <a:t>3. Nhận MQTT, lưu dữ liệu</a:t>
            </a:r>
          </a:p>
        </p:txBody>
      </p:sp>
      <p:sp>
        <p:nvSpPr>
          <p:cNvPr id="8" name="4. Sự cố và thông báo">
            <a:extLst>
              <a:ext uri="{FF2B5EF4-FFF2-40B4-BE49-F238E27FC236}">
                <a16:creationId xmlns:a16="http://schemas.microsoft.com/office/drawing/2014/main" id="{E657D50C-B86E-4EF9-A50C-E682F15D97ED}"/>
              </a:ext>
            </a:extLst>
          </p:cNvPr>
          <p:cNvSpPr>
            <a:spLocks noGrp="1"/>
          </p:cNvSpPr>
          <p:nvPr/>
        </p:nvSpPr>
        <p:spPr>
          <a:xfrm>
            <a:off x="609600" y="3733800"/>
            <a:ext cx="5095875" cy="485775"/>
          </a:xfrm>
          <a:prstGeom prst="rect">
            <a:avLst/>
          </a:prstGeom>
          <a:noFill/>
          <a:ln w="0">
            <a:noFill/>
          </a:ln>
        </p:spPr>
        <p:txBody>
          <a:bodyPr wrap="square" lIns="0" tIns="0" rIns="0" bIns="0" anchor="t">
            <a:noAutofit/>
          </a:bodyPr>
          <a:lstStyle>
            <a:defPPr algn="l">
              <a:defRPr sz="2175" b="0">
                <a:solidFill>
                  <a:srgbClr val="003366"/>
                </a:solidFill>
                <a:latin typeface="Lato"/>
                <a:ea typeface="Lato"/>
                <a:cs typeface="Lato"/>
              </a:defRPr>
            </a:defPPr>
            <a:lvl1pPr algn="l">
              <a:buNone/>
              <a:defRPr sz="2175" b="0">
                <a:solidFill>
                  <a:srgbClr val="003366"/>
                </a:solidFill>
                <a:latin typeface="Lato"/>
                <a:ea typeface="Lato"/>
                <a:cs typeface="Lato"/>
              </a:defRPr>
            </a:lvl1pPr>
            <a:lvl2pPr algn="l">
              <a:buNone/>
              <a:defRPr sz="2175" b="0">
                <a:solidFill>
                  <a:srgbClr val="003366"/>
                </a:solidFill>
                <a:latin typeface="Lato"/>
                <a:ea typeface="Lato"/>
                <a:cs typeface="Lato"/>
              </a:defRPr>
            </a:lvl2pPr>
            <a:lvl3pPr algn="l">
              <a:buNone/>
              <a:defRPr sz="2175" b="0">
                <a:solidFill>
                  <a:srgbClr val="003366"/>
                </a:solidFill>
                <a:latin typeface="Lato"/>
                <a:ea typeface="Lato"/>
                <a:cs typeface="Lato"/>
              </a:defRPr>
            </a:lvl3pPr>
            <a:lvl4pPr algn="l">
              <a:buNone/>
              <a:defRPr sz="2175" b="0">
                <a:solidFill>
                  <a:srgbClr val="003366"/>
                </a:solidFill>
                <a:latin typeface="Lato"/>
                <a:ea typeface="Lato"/>
                <a:cs typeface="Lato"/>
              </a:defRPr>
            </a:lvl4pPr>
            <a:lvl5pPr algn="l">
              <a:buNone/>
              <a:defRPr sz="2175" b="0">
                <a:solidFill>
                  <a:srgbClr val="003366"/>
                </a:solidFill>
                <a:latin typeface="Lato"/>
                <a:ea typeface="Lato"/>
                <a:cs typeface="Lato"/>
              </a:defRPr>
            </a:lvl5pPr>
            <a:lvl6pPr algn="l">
              <a:buNone/>
              <a:defRPr sz="2175" b="0">
                <a:solidFill>
                  <a:srgbClr val="003366"/>
                </a:solidFill>
                <a:latin typeface="Lato"/>
                <a:ea typeface="Lato"/>
                <a:cs typeface="Lato"/>
              </a:defRPr>
            </a:lvl6pPr>
            <a:lvl7pPr algn="l">
              <a:buNone/>
              <a:defRPr sz="2175" b="0">
                <a:solidFill>
                  <a:srgbClr val="003366"/>
                </a:solidFill>
                <a:latin typeface="Lato"/>
                <a:ea typeface="Lato"/>
                <a:cs typeface="Lato"/>
              </a:defRPr>
            </a:lvl7pPr>
            <a:lvl8pPr algn="l">
              <a:buNone/>
              <a:defRPr sz="2175" b="0">
                <a:solidFill>
                  <a:srgbClr val="003366"/>
                </a:solidFill>
                <a:latin typeface="Lato"/>
                <a:ea typeface="Lato"/>
                <a:cs typeface="Lato"/>
              </a:defRPr>
            </a:lvl8pPr>
            <a:lvl9pPr algn="l">
              <a:buNone/>
              <a:defRPr sz="2175" b="0">
                <a:solidFill>
                  <a:srgbClr val="003366"/>
                </a:solidFill>
                <a:latin typeface="Lato"/>
                <a:ea typeface="Lato"/>
                <a:cs typeface="Lato"/>
              </a:defRPr>
            </a:lvl9pPr>
          </a:lstStyle>
          <a:p>
            <a:pPr algn="l">
              <a:buNone/>
              <a:defRPr sz="2175" b="0">
                <a:solidFill>
                  <a:srgbClr val="003366"/>
                </a:solidFill>
                <a:latin typeface="Lato"/>
                <a:ea typeface="Lato"/>
                <a:cs typeface="Lato"/>
              </a:defRPr>
            </a:pPr>
            <a:r>
              <a:rPr sz="2175" b="0">
                <a:solidFill>
                  <a:srgbClr val="003366"/>
                </a:solidFill>
                <a:latin typeface="Lato"/>
                <a:ea typeface="Lato"/>
                <a:cs typeface="Lato"/>
              </a:rPr>
              <a:t>4. Sự cố và gửi Telegram</a:t>
            </a:r>
          </a:p>
        </p:txBody>
      </p:sp>
      <p:sp>
        <p:nvSpPr>
          <p:cNvPr id="9" name="5. API tra cứu, nhật ký">
            <a:extLst>
              <a:ext uri="{FF2B5EF4-FFF2-40B4-BE49-F238E27FC236}">
                <a16:creationId xmlns:a16="http://schemas.microsoft.com/office/drawing/2014/main" id="{2EFBBFAD-C239-4713-95E2-C74E6CA2BBD7}"/>
              </a:ext>
            </a:extLst>
          </p:cNvPr>
          <p:cNvSpPr>
            <a:spLocks noGrp="1"/>
          </p:cNvSpPr>
          <p:nvPr/>
        </p:nvSpPr>
        <p:spPr>
          <a:xfrm>
            <a:off x="609600" y="4352925"/>
            <a:ext cx="5095875" cy="485775"/>
          </a:xfrm>
          <a:prstGeom prst="rect">
            <a:avLst/>
          </a:prstGeom>
          <a:noFill/>
          <a:ln w="0">
            <a:noFill/>
          </a:ln>
        </p:spPr>
        <p:txBody>
          <a:bodyPr wrap="square" lIns="0" tIns="0" rIns="0" bIns="0" anchor="t">
            <a:noAutofit/>
          </a:bodyPr>
          <a:lstStyle>
            <a:defPPr algn="l">
              <a:defRPr sz="2175" b="0">
                <a:solidFill>
                  <a:srgbClr val="003366"/>
                </a:solidFill>
                <a:latin typeface="Lato"/>
                <a:ea typeface="Lato"/>
                <a:cs typeface="Lato"/>
              </a:defRPr>
            </a:defPPr>
            <a:lvl1pPr algn="l">
              <a:buNone/>
              <a:defRPr sz="2175" b="0">
                <a:solidFill>
                  <a:srgbClr val="003366"/>
                </a:solidFill>
                <a:latin typeface="Lato"/>
                <a:ea typeface="Lato"/>
                <a:cs typeface="Lato"/>
              </a:defRPr>
            </a:lvl1pPr>
            <a:lvl2pPr algn="l">
              <a:buNone/>
              <a:defRPr sz="2175" b="0">
                <a:solidFill>
                  <a:srgbClr val="003366"/>
                </a:solidFill>
                <a:latin typeface="Lato"/>
                <a:ea typeface="Lato"/>
                <a:cs typeface="Lato"/>
              </a:defRPr>
            </a:lvl2pPr>
            <a:lvl3pPr algn="l">
              <a:buNone/>
              <a:defRPr sz="2175" b="0">
                <a:solidFill>
                  <a:srgbClr val="003366"/>
                </a:solidFill>
                <a:latin typeface="Lato"/>
                <a:ea typeface="Lato"/>
                <a:cs typeface="Lato"/>
              </a:defRPr>
            </a:lvl3pPr>
            <a:lvl4pPr algn="l">
              <a:buNone/>
              <a:defRPr sz="2175" b="0">
                <a:solidFill>
                  <a:srgbClr val="003366"/>
                </a:solidFill>
                <a:latin typeface="Lato"/>
                <a:ea typeface="Lato"/>
                <a:cs typeface="Lato"/>
              </a:defRPr>
            </a:lvl4pPr>
            <a:lvl5pPr algn="l">
              <a:buNone/>
              <a:defRPr sz="2175" b="0">
                <a:solidFill>
                  <a:srgbClr val="003366"/>
                </a:solidFill>
                <a:latin typeface="Lato"/>
                <a:ea typeface="Lato"/>
                <a:cs typeface="Lato"/>
              </a:defRPr>
            </a:lvl5pPr>
            <a:lvl6pPr algn="l">
              <a:buNone/>
              <a:defRPr sz="2175" b="0">
                <a:solidFill>
                  <a:srgbClr val="003366"/>
                </a:solidFill>
                <a:latin typeface="Lato"/>
                <a:ea typeface="Lato"/>
                <a:cs typeface="Lato"/>
              </a:defRPr>
            </a:lvl6pPr>
            <a:lvl7pPr algn="l">
              <a:buNone/>
              <a:defRPr sz="2175" b="0">
                <a:solidFill>
                  <a:srgbClr val="003366"/>
                </a:solidFill>
                <a:latin typeface="Lato"/>
                <a:ea typeface="Lato"/>
                <a:cs typeface="Lato"/>
              </a:defRPr>
            </a:lvl7pPr>
            <a:lvl8pPr algn="l">
              <a:buNone/>
              <a:defRPr sz="2175" b="0">
                <a:solidFill>
                  <a:srgbClr val="003366"/>
                </a:solidFill>
                <a:latin typeface="Lato"/>
                <a:ea typeface="Lato"/>
                <a:cs typeface="Lato"/>
              </a:defRPr>
            </a:lvl8pPr>
            <a:lvl9pPr algn="l">
              <a:buNone/>
              <a:defRPr sz="2175" b="0">
                <a:solidFill>
                  <a:srgbClr val="003366"/>
                </a:solidFill>
                <a:latin typeface="Lato"/>
                <a:ea typeface="Lato"/>
                <a:cs typeface="Lato"/>
              </a:defRPr>
            </a:lvl9pPr>
          </a:lstStyle>
          <a:p>
            <a:pPr algn="l">
              <a:buNone/>
              <a:defRPr sz="2175" b="0">
                <a:solidFill>
                  <a:srgbClr val="003366"/>
                </a:solidFill>
                <a:latin typeface="Lato"/>
                <a:ea typeface="Lato"/>
                <a:cs typeface="Lato"/>
              </a:defRPr>
            </a:pPr>
            <a:r>
              <a:rPr sz="2175" b="0">
                <a:solidFill>
                  <a:srgbClr val="003366"/>
                </a:solidFill>
                <a:latin typeface="Lato"/>
                <a:ea typeface="Lato"/>
                <a:cs typeface="Lato"/>
              </a:rPr>
              <a:t>5. API tra cứu, nhật ký</a:t>
            </a:r>
          </a:p>
        </p:txBody>
      </p:sp>
      <p:sp>
        <p:nvSpPr>
          <p:cNvPr id="10" name="Đã đăng ký">
            <a:extLst>
              <a:ext uri="{FF2B5EF4-FFF2-40B4-BE49-F238E27FC236}">
                <a16:creationId xmlns:a16="http://schemas.microsoft.com/office/drawing/2014/main" id="{60191E17-052D-46C5-A2F6-8A83763B4A67}"/>
              </a:ext>
            </a:extLst>
          </p:cNvPr>
          <p:cNvSpPr>
            <a:spLocks noGrp="1"/>
          </p:cNvSpPr>
          <p:nvPr/>
        </p:nvSpPr>
        <p:spPr>
          <a:xfrm>
            <a:off x="6229350" y="1857375"/>
            <a:ext cx="1905000" cy="714375"/>
          </a:xfrm>
          <a:prstGeom prst="roundRect">
            <a:avLst>
              <a:gd name="adj" fmla="val 13333"/>
            </a:avLst>
          </a:prstGeom>
          <a:solidFill>
            <a:srgbClr val="FFFFFF"/>
          </a:solidFill>
          <a:ln w="17145">
            <a:solidFill>
              <a:srgbClr val="003366"/>
            </a:solidFill>
          </a:ln>
        </p:spPr>
        <p:txBody>
          <a:bodyPr wrap="square" lIns="114300" tIns="66675" rIns="114300" bIns="66675" anchor="ctr">
            <a:noAutofit/>
          </a:bodyPr>
          <a:lstStyle>
            <a:defPPr algn="ctr">
              <a:defRPr sz="1950" b="1">
                <a:solidFill>
                  <a:srgbClr val="003366"/>
                </a:solidFill>
                <a:latin typeface="Lato"/>
                <a:ea typeface="Lato"/>
                <a:cs typeface="Lato"/>
              </a:defRPr>
            </a:defPPr>
            <a:lvl1pPr algn="ctr">
              <a:buNone/>
              <a:defRPr sz="1950" b="1">
                <a:solidFill>
                  <a:srgbClr val="003366"/>
                </a:solidFill>
                <a:latin typeface="Lato"/>
                <a:ea typeface="Lato"/>
                <a:cs typeface="Lato"/>
              </a:defRPr>
            </a:lvl1pPr>
            <a:lvl2pPr algn="ctr">
              <a:buNone/>
              <a:defRPr sz="1950" b="1">
                <a:solidFill>
                  <a:srgbClr val="003366"/>
                </a:solidFill>
                <a:latin typeface="Lato"/>
                <a:ea typeface="Lato"/>
                <a:cs typeface="Lato"/>
              </a:defRPr>
            </a:lvl2pPr>
            <a:lvl3pPr algn="ctr">
              <a:buNone/>
              <a:defRPr sz="1950" b="1">
                <a:solidFill>
                  <a:srgbClr val="003366"/>
                </a:solidFill>
                <a:latin typeface="Lato"/>
                <a:ea typeface="Lato"/>
                <a:cs typeface="Lato"/>
              </a:defRPr>
            </a:lvl3pPr>
            <a:lvl4pPr algn="ctr">
              <a:buNone/>
              <a:defRPr sz="1950" b="1">
                <a:solidFill>
                  <a:srgbClr val="003366"/>
                </a:solidFill>
                <a:latin typeface="Lato"/>
                <a:ea typeface="Lato"/>
                <a:cs typeface="Lato"/>
              </a:defRPr>
            </a:lvl4pPr>
            <a:lvl5pPr algn="ctr">
              <a:buNone/>
              <a:defRPr sz="1950" b="1">
                <a:solidFill>
                  <a:srgbClr val="003366"/>
                </a:solidFill>
                <a:latin typeface="Lato"/>
                <a:ea typeface="Lato"/>
                <a:cs typeface="Lato"/>
              </a:defRPr>
            </a:lvl5pPr>
            <a:lvl6pPr algn="ctr">
              <a:buNone/>
              <a:defRPr sz="1950" b="1">
                <a:solidFill>
                  <a:srgbClr val="003366"/>
                </a:solidFill>
                <a:latin typeface="Lato"/>
                <a:ea typeface="Lato"/>
                <a:cs typeface="Lato"/>
              </a:defRPr>
            </a:lvl6pPr>
            <a:lvl7pPr algn="ctr">
              <a:buNone/>
              <a:defRPr sz="1950" b="1">
                <a:solidFill>
                  <a:srgbClr val="003366"/>
                </a:solidFill>
                <a:latin typeface="Lato"/>
                <a:ea typeface="Lato"/>
                <a:cs typeface="Lato"/>
              </a:defRPr>
            </a:lvl7pPr>
            <a:lvl8pPr algn="ctr">
              <a:buNone/>
              <a:defRPr sz="1950" b="1">
                <a:solidFill>
                  <a:srgbClr val="003366"/>
                </a:solidFill>
                <a:latin typeface="Lato"/>
                <a:ea typeface="Lato"/>
                <a:cs typeface="Lato"/>
              </a:defRPr>
            </a:lvl8pPr>
            <a:lvl9pPr algn="ctr">
              <a:buNone/>
              <a:defRPr sz="1950" b="1">
                <a:solidFill>
                  <a:srgbClr val="003366"/>
                </a:solidFill>
                <a:latin typeface="Lato"/>
                <a:ea typeface="Lato"/>
                <a:cs typeface="Lato"/>
              </a:defRPr>
            </a:lvl9pPr>
          </a:lstStyle>
          <a:p>
            <a:pPr algn="ctr">
              <a:buNone/>
              <a:defRPr sz="1950" b="1">
                <a:solidFill>
                  <a:srgbClr val="003366"/>
                </a:solidFill>
                <a:latin typeface="Lato"/>
                <a:ea typeface="Lato"/>
                <a:cs typeface="Lato"/>
              </a:defRPr>
            </a:pPr>
            <a:r>
              <a:rPr sz="1950" b="1">
                <a:solidFill>
                  <a:srgbClr val="003366"/>
                </a:solidFill>
                <a:latin typeface="Lato"/>
                <a:ea typeface="Lato"/>
                <a:cs typeface="Lato"/>
              </a:rPr>
              <a:t>Đã đăng ký</a:t>
            </a:r>
          </a:p>
        </p:txBody>
      </p:sp>
      <p:sp>
        <p:nvSpPr>
          <p:cNvPr id="11" name="Đang sử dụng">
            <a:extLst>
              <a:ext uri="{FF2B5EF4-FFF2-40B4-BE49-F238E27FC236}">
                <a16:creationId xmlns:a16="http://schemas.microsoft.com/office/drawing/2014/main" id="{14BCFFE2-8276-46E9-A756-9973DB8784D1}"/>
              </a:ext>
            </a:extLst>
          </p:cNvPr>
          <p:cNvSpPr>
            <a:spLocks noGrp="1"/>
          </p:cNvSpPr>
          <p:nvPr/>
        </p:nvSpPr>
        <p:spPr>
          <a:xfrm>
            <a:off x="9563100" y="1857375"/>
            <a:ext cx="1943100" cy="714375"/>
          </a:xfrm>
          <a:prstGeom prst="roundRect">
            <a:avLst>
              <a:gd name="adj" fmla="val 13333"/>
            </a:avLst>
          </a:prstGeom>
          <a:solidFill>
            <a:srgbClr val="FFFFFF"/>
          </a:solidFill>
          <a:ln w="17145">
            <a:solidFill>
              <a:srgbClr val="003366"/>
            </a:solidFill>
          </a:ln>
        </p:spPr>
        <p:txBody>
          <a:bodyPr wrap="square" lIns="114300" tIns="66675" rIns="114300" bIns="66675" anchor="ctr">
            <a:noAutofit/>
          </a:bodyPr>
          <a:lstStyle>
            <a:defPPr algn="ctr">
              <a:defRPr sz="1950" b="1">
                <a:solidFill>
                  <a:srgbClr val="003366"/>
                </a:solidFill>
                <a:latin typeface="Lato"/>
                <a:ea typeface="Lato"/>
                <a:cs typeface="Lato"/>
              </a:defRPr>
            </a:defPPr>
            <a:lvl1pPr algn="ctr">
              <a:buNone/>
              <a:defRPr sz="1950" b="1">
                <a:solidFill>
                  <a:srgbClr val="003366"/>
                </a:solidFill>
                <a:latin typeface="Lato"/>
                <a:ea typeface="Lato"/>
                <a:cs typeface="Lato"/>
              </a:defRPr>
            </a:lvl1pPr>
            <a:lvl2pPr algn="ctr">
              <a:buNone/>
              <a:defRPr sz="1950" b="1">
                <a:solidFill>
                  <a:srgbClr val="003366"/>
                </a:solidFill>
                <a:latin typeface="Lato"/>
                <a:ea typeface="Lato"/>
                <a:cs typeface="Lato"/>
              </a:defRPr>
            </a:lvl2pPr>
            <a:lvl3pPr algn="ctr">
              <a:buNone/>
              <a:defRPr sz="1950" b="1">
                <a:solidFill>
                  <a:srgbClr val="003366"/>
                </a:solidFill>
                <a:latin typeface="Lato"/>
                <a:ea typeface="Lato"/>
                <a:cs typeface="Lato"/>
              </a:defRPr>
            </a:lvl3pPr>
            <a:lvl4pPr algn="ctr">
              <a:buNone/>
              <a:defRPr sz="1950" b="1">
                <a:solidFill>
                  <a:srgbClr val="003366"/>
                </a:solidFill>
                <a:latin typeface="Lato"/>
                <a:ea typeface="Lato"/>
                <a:cs typeface="Lato"/>
              </a:defRPr>
            </a:lvl4pPr>
            <a:lvl5pPr algn="ctr">
              <a:buNone/>
              <a:defRPr sz="1950" b="1">
                <a:solidFill>
                  <a:srgbClr val="003366"/>
                </a:solidFill>
                <a:latin typeface="Lato"/>
                <a:ea typeface="Lato"/>
                <a:cs typeface="Lato"/>
              </a:defRPr>
            </a:lvl5pPr>
            <a:lvl6pPr algn="ctr">
              <a:buNone/>
              <a:defRPr sz="1950" b="1">
                <a:solidFill>
                  <a:srgbClr val="003366"/>
                </a:solidFill>
                <a:latin typeface="Lato"/>
                <a:ea typeface="Lato"/>
                <a:cs typeface="Lato"/>
              </a:defRPr>
            </a:lvl6pPr>
            <a:lvl7pPr algn="ctr">
              <a:buNone/>
              <a:defRPr sz="1950" b="1">
                <a:solidFill>
                  <a:srgbClr val="003366"/>
                </a:solidFill>
                <a:latin typeface="Lato"/>
                <a:ea typeface="Lato"/>
                <a:cs typeface="Lato"/>
              </a:defRPr>
            </a:lvl7pPr>
            <a:lvl8pPr algn="ctr">
              <a:buNone/>
              <a:defRPr sz="1950" b="1">
                <a:solidFill>
                  <a:srgbClr val="003366"/>
                </a:solidFill>
                <a:latin typeface="Lato"/>
                <a:ea typeface="Lato"/>
                <a:cs typeface="Lato"/>
              </a:defRPr>
            </a:lvl8pPr>
            <a:lvl9pPr algn="ctr">
              <a:buNone/>
              <a:defRPr sz="1950" b="1">
                <a:solidFill>
                  <a:srgbClr val="003366"/>
                </a:solidFill>
                <a:latin typeface="Lato"/>
                <a:ea typeface="Lato"/>
                <a:cs typeface="Lato"/>
              </a:defRPr>
            </a:lvl9pPr>
          </a:lstStyle>
          <a:p>
            <a:pPr algn="ctr">
              <a:buNone/>
              <a:defRPr sz="1950" b="1">
                <a:solidFill>
                  <a:srgbClr val="003366"/>
                </a:solidFill>
                <a:latin typeface="Lato"/>
                <a:ea typeface="Lato"/>
                <a:cs typeface="Lato"/>
              </a:defRPr>
            </a:pPr>
            <a:r>
              <a:rPr sz="1950" b="1">
                <a:solidFill>
                  <a:srgbClr val="003366"/>
                </a:solidFill>
                <a:latin typeface="Lato"/>
                <a:ea typeface="Lato"/>
                <a:cs typeface="Lato"/>
              </a:rPr>
              <a:t>Đang sử dụng</a:t>
            </a:r>
          </a:p>
        </p:txBody>
      </p:sp>
      <p:sp>
        <p:nvSpPr>
          <p:cNvPr id="12" name="Ngừng sử dụng">
            <a:extLst>
              <a:ext uri="{FF2B5EF4-FFF2-40B4-BE49-F238E27FC236}">
                <a16:creationId xmlns:a16="http://schemas.microsoft.com/office/drawing/2014/main" id="{AEDFB2D0-1CFB-4C8D-97D7-30E657E3BB76}"/>
              </a:ext>
            </a:extLst>
          </p:cNvPr>
          <p:cNvSpPr>
            <a:spLocks noGrp="1"/>
          </p:cNvSpPr>
          <p:nvPr/>
        </p:nvSpPr>
        <p:spPr>
          <a:xfrm>
            <a:off x="6229350" y="4114800"/>
            <a:ext cx="2095500" cy="714375"/>
          </a:xfrm>
          <a:prstGeom prst="roundRect">
            <a:avLst>
              <a:gd name="adj" fmla="val 13333"/>
            </a:avLst>
          </a:prstGeom>
          <a:solidFill>
            <a:srgbClr val="FFFFFF"/>
          </a:solidFill>
          <a:ln w="17145">
            <a:solidFill>
              <a:srgbClr val="003366"/>
            </a:solidFill>
          </a:ln>
        </p:spPr>
        <p:txBody>
          <a:bodyPr wrap="square" lIns="114300" tIns="66675" rIns="114300" bIns="66675" anchor="ctr">
            <a:noAutofit/>
          </a:bodyPr>
          <a:lstStyle>
            <a:defPPr algn="ctr">
              <a:defRPr sz="1950" b="1">
                <a:solidFill>
                  <a:srgbClr val="003366"/>
                </a:solidFill>
                <a:latin typeface="Lato"/>
                <a:ea typeface="Lato"/>
                <a:cs typeface="Lato"/>
              </a:defRPr>
            </a:defPPr>
            <a:lvl1pPr algn="ctr">
              <a:buNone/>
              <a:defRPr sz="1950" b="1">
                <a:solidFill>
                  <a:srgbClr val="003366"/>
                </a:solidFill>
                <a:latin typeface="Lato"/>
                <a:ea typeface="Lato"/>
                <a:cs typeface="Lato"/>
              </a:defRPr>
            </a:lvl1pPr>
            <a:lvl2pPr algn="ctr">
              <a:buNone/>
              <a:defRPr sz="1950" b="1">
                <a:solidFill>
                  <a:srgbClr val="003366"/>
                </a:solidFill>
                <a:latin typeface="Lato"/>
                <a:ea typeface="Lato"/>
                <a:cs typeface="Lato"/>
              </a:defRPr>
            </a:lvl2pPr>
            <a:lvl3pPr algn="ctr">
              <a:buNone/>
              <a:defRPr sz="1950" b="1">
                <a:solidFill>
                  <a:srgbClr val="003366"/>
                </a:solidFill>
                <a:latin typeface="Lato"/>
                <a:ea typeface="Lato"/>
                <a:cs typeface="Lato"/>
              </a:defRPr>
            </a:lvl3pPr>
            <a:lvl4pPr algn="ctr">
              <a:buNone/>
              <a:defRPr sz="1950" b="1">
                <a:solidFill>
                  <a:srgbClr val="003366"/>
                </a:solidFill>
                <a:latin typeface="Lato"/>
                <a:ea typeface="Lato"/>
                <a:cs typeface="Lato"/>
              </a:defRPr>
            </a:lvl4pPr>
            <a:lvl5pPr algn="ctr">
              <a:buNone/>
              <a:defRPr sz="1950" b="1">
                <a:solidFill>
                  <a:srgbClr val="003366"/>
                </a:solidFill>
                <a:latin typeface="Lato"/>
                <a:ea typeface="Lato"/>
                <a:cs typeface="Lato"/>
              </a:defRPr>
            </a:lvl5pPr>
            <a:lvl6pPr algn="ctr">
              <a:buNone/>
              <a:defRPr sz="1950" b="1">
                <a:solidFill>
                  <a:srgbClr val="003366"/>
                </a:solidFill>
                <a:latin typeface="Lato"/>
                <a:ea typeface="Lato"/>
                <a:cs typeface="Lato"/>
              </a:defRPr>
            </a:lvl6pPr>
            <a:lvl7pPr algn="ctr">
              <a:buNone/>
              <a:defRPr sz="1950" b="1">
                <a:solidFill>
                  <a:srgbClr val="003366"/>
                </a:solidFill>
                <a:latin typeface="Lato"/>
                <a:ea typeface="Lato"/>
                <a:cs typeface="Lato"/>
              </a:defRPr>
            </a:lvl7pPr>
            <a:lvl8pPr algn="ctr">
              <a:buNone/>
              <a:defRPr sz="1950" b="1">
                <a:solidFill>
                  <a:srgbClr val="003366"/>
                </a:solidFill>
                <a:latin typeface="Lato"/>
                <a:ea typeface="Lato"/>
                <a:cs typeface="Lato"/>
              </a:defRPr>
            </a:lvl8pPr>
            <a:lvl9pPr algn="ctr">
              <a:buNone/>
              <a:defRPr sz="1950" b="1">
                <a:solidFill>
                  <a:srgbClr val="003366"/>
                </a:solidFill>
                <a:latin typeface="Lato"/>
                <a:ea typeface="Lato"/>
                <a:cs typeface="Lato"/>
              </a:defRPr>
            </a:lvl9pPr>
          </a:lstStyle>
          <a:p>
            <a:pPr algn="ctr">
              <a:buNone/>
              <a:defRPr sz="1950" b="1">
                <a:solidFill>
                  <a:srgbClr val="003366"/>
                </a:solidFill>
                <a:latin typeface="Lato"/>
                <a:ea typeface="Lato"/>
                <a:cs typeface="Lato"/>
              </a:defRPr>
            </a:pPr>
            <a:r>
              <a:rPr sz="1950" b="1">
                <a:solidFill>
                  <a:srgbClr val="003366"/>
                </a:solidFill>
                <a:latin typeface="Lato"/>
                <a:ea typeface="Lato"/>
                <a:cs typeface="Lato"/>
              </a:rPr>
              <a:t>Ngừng sử dụng</a:t>
            </a:r>
          </a:p>
        </p:txBody>
      </p:sp>
      <p:sp>
        <p:nvSpPr>
          <p:cNvPr id="13" name="Bảo trì">
            <a:extLst>
              <a:ext uri="{FF2B5EF4-FFF2-40B4-BE49-F238E27FC236}">
                <a16:creationId xmlns:a16="http://schemas.microsoft.com/office/drawing/2014/main" id="{D8651AEE-C91E-431F-BC78-85DE0DE0119A}"/>
              </a:ext>
            </a:extLst>
          </p:cNvPr>
          <p:cNvSpPr>
            <a:spLocks noGrp="1"/>
          </p:cNvSpPr>
          <p:nvPr/>
        </p:nvSpPr>
        <p:spPr>
          <a:xfrm>
            <a:off x="9563100" y="4114800"/>
            <a:ext cx="1943100" cy="714375"/>
          </a:xfrm>
          <a:prstGeom prst="roundRect">
            <a:avLst>
              <a:gd name="adj" fmla="val 13333"/>
            </a:avLst>
          </a:prstGeom>
          <a:solidFill>
            <a:srgbClr val="FFFFFF"/>
          </a:solidFill>
          <a:ln w="17145">
            <a:solidFill>
              <a:srgbClr val="003366"/>
            </a:solidFill>
          </a:ln>
        </p:spPr>
        <p:txBody>
          <a:bodyPr wrap="square" lIns="114300" tIns="66675" rIns="114300" bIns="66675" anchor="ctr">
            <a:noAutofit/>
          </a:bodyPr>
          <a:lstStyle>
            <a:defPPr algn="ctr">
              <a:defRPr sz="1950" b="1">
                <a:solidFill>
                  <a:srgbClr val="003366"/>
                </a:solidFill>
                <a:latin typeface="Lato"/>
                <a:ea typeface="Lato"/>
                <a:cs typeface="Lato"/>
              </a:defRPr>
            </a:defPPr>
            <a:lvl1pPr algn="ctr">
              <a:buNone/>
              <a:defRPr sz="1950" b="1">
                <a:solidFill>
                  <a:srgbClr val="003366"/>
                </a:solidFill>
                <a:latin typeface="Lato"/>
                <a:ea typeface="Lato"/>
                <a:cs typeface="Lato"/>
              </a:defRPr>
            </a:lvl1pPr>
            <a:lvl2pPr algn="ctr">
              <a:buNone/>
              <a:defRPr sz="1950" b="1">
                <a:solidFill>
                  <a:srgbClr val="003366"/>
                </a:solidFill>
                <a:latin typeface="Lato"/>
                <a:ea typeface="Lato"/>
                <a:cs typeface="Lato"/>
              </a:defRPr>
            </a:lvl2pPr>
            <a:lvl3pPr algn="ctr">
              <a:buNone/>
              <a:defRPr sz="1950" b="1">
                <a:solidFill>
                  <a:srgbClr val="003366"/>
                </a:solidFill>
                <a:latin typeface="Lato"/>
                <a:ea typeface="Lato"/>
                <a:cs typeface="Lato"/>
              </a:defRPr>
            </a:lvl3pPr>
            <a:lvl4pPr algn="ctr">
              <a:buNone/>
              <a:defRPr sz="1950" b="1">
                <a:solidFill>
                  <a:srgbClr val="003366"/>
                </a:solidFill>
                <a:latin typeface="Lato"/>
                <a:ea typeface="Lato"/>
                <a:cs typeface="Lato"/>
              </a:defRPr>
            </a:lvl4pPr>
            <a:lvl5pPr algn="ctr">
              <a:buNone/>
              <a:defRPr sz="1950" b="1">
                <a:solidFill>
                  <a:srgbClr val="003366"/>
                </a:solidFill>
                <a:latin typeface="Lato"/>
                <a:ea typeface="Lato"/>
                <a:cs typeface="Lato"/>
              </a:defRPr>
            </a:lvl5pPr>
            <a:lvl6pPr algn="ctr">
              <a:buNone/>
              <a:defRPr sz="1950" b="1">
                <a:solidFill>
                  <a:srgbClr val="003366"/>
                </a:solidFill>
                <a:latin typeface="Lato"/>
                <a:ea typeface="Lato"/>
                <a:cs typeface="Lato"/>
              </a:defRPr>
            </a:lvl6pPr>
            <a:lvl7pPr algn="ctr">
              <a:buNone/>
              <a:defRPr sz="1950" b="1">
                <a:solidFill>
                  <a:srgbClr val="003366"/>
                </a:solidFill>
                <a:latin typeface="Lato"/>
                <a:ea typeface="Lato"/>
                <a:cs typeface="Lato"/>
              </a:defRPr>
            </a:lvl7pPr>
            <a:lvl8pPr algn="ctr">
              <a:buNone/>
              <a:defRPr sz="1950" b="1">
                <a:solidFill>
                  <a:srgbClr val="003366"/>
                </a:solidFill>
                <a:latin typeface="Lato"/>
                <a:ea typeface="Lato"/>
                <a:cs typeface="Lato"/>
              </a:defRPr>
            </a:lvl8pPr>
            <a:lvl9pPr algn="ctr">
              <a:buNone/>
              <a:defRPr sz="1950" b="1">
                <a:solidFill>
                  <a:srgbClr val="003366"/>
                </a:solidFill>
                <a:latin typeface="Lato"/>
                <a:ea typeface="Lato"/>
                <a:cs typeface="Lato"/>
              </a:defRPr>
            </a:lvl9pPr>
          </a:lstStyle>
          <a:p>
            <a:pPr algn="ctr">
              <a:buNone/>
              <a:defRPr sz="1950" b="1">
                <a:solidFill>
                  <a:srgbClr val="003366"/>
                </a:solidFill>
                <a:latin typeface="Lato"/>
                <a:ea typeface="Lato"/>
                <a:cs typeface="Lato"/>
              </a:defRPr>
            </a:pPr>
            <a:r>
              <a:rPr sz="1950" b="1">
                <a:solidFill>
                  <a:srgbClr val="003366"/>
                </a:solidFill>
                <a:latin typeface="Lato"/>
                <a:ea typeface="Lato"/>
                <a:cs typeface="Lato"/>
              </a:rPr>
              <a:t>Bảo trì</a:t>
            </a:r>
          </a:p>
        </p:txBody>
      </p:sp>
      <p:cxnSp>
        <p:nvCxnSpPr>
          <p:cNvPr id="14" name="Diagram connection">
            <a:extLst>
              <a:ext uri="{FF2B5EF4-FFF2-40B4-BE49-F238E27FC236}">
                <a16:creationId xmlns:a16="http://schemas.microsoft.com/office/drawing/2014/main" id="{6CF79804-5B96-45F4-AD6A-7CB800CD4DB9}"/>
              </a:ext>
            </a:extLst>
          </p:cNvPr>
          <p:cNvCxnSpPr/>
          <p:nvPr/>
        </p:nvCxnSpPr>
        <p:spPr>
          <a:xfrm>
            <a:off x="8134350" y="2209800"/>
            <a:ext cx="1428750" cy="0"/>
          </a:xfrm>
          <a:prstGeom prst="straightConnector1">
            <a:avLst/>
          </a:prstGeom>
          <a:ln w="17145">
            <a:solidFill>
              <a:srgbClr val="888888"/>
            </a:solidFill>
            <a:prstDash val="solid"/>
            <a:tailEnd type="triangle" w="sm" len="sm"/>
          </a:ln>
        </p:spPr>
      </p:cxnSp>
      <p:sp>
        <p:nvSpPr>
          <p:cNvPr id="15" name="Kiểm tra đạt">
            <a:extLst>
              <a:ext uri="{FF2B5EF4-FFF2-40B4-BE49-F238E27FC236}">
                <a16:creationId xmlns:a16="http://schemas.microsoft.com/office/drawing/2014/main" id="{9710FAD5-9941-4971-8671-1DFD8B5334C9}"/>
              </a:ext>
            </a:extLst>
          </p:cNvPr>
          <p:cNvSpPr>
            <a:spLocks noGrp="1"/>
          </p:cNvSpPr>
          <p:nvPr/>
        </p:nvSpPr>
        <p:spPr>
          <a:xfrm>
            <a:off x="8172450" y="1752600"/>
            <a:ext cx="1352550" cy="304800"/>
          </a:xfrm>
          <a:prstGeom prst="rect">
            <a:avLst/>
          </a:prstGeom>
          <a:noFill/>
          <a:ln w="0">
            <a:noFill/>
          </a:ln>
        </p:spPr>
        <p:txBody>
          <a:bodyPr wrap="square" lIns="0" tIns="0" rIns="0" bIns="0" anchor="t">
            <a:noAutofit/>
          </a:bodyPr>
          <a:lstStyle>
            <a:defPPr algn="ctr">
              <a:defRPr sz="1650" b="0">
                <a:solidFill>
                  <a:srgbClr val="003366"/>
                </a:solidFill>
                <a:latin typeface="Lato"/>
                <a:ea typeface="Lato"/>
                <a:cs typeface="Lato"/>
              </a:defRPr>
            </a:defPPr>
            <a:lvl1pPr algn="ctr">
              <a:buNone/>
              <a:defRPr sz="1650" b="0">
                <a:solidFill>
                  <a:srgbClr val="003366"/>
                </a:solidFill>
                <a:latin typeface="Lato"/>
                <a:ea typeface="Lato"/>
                <a:cs typeface="Lato"/>
              </a:defRPr>
            </a:lvl1pPr>
            <a:lvl2pPr algn="ctr">
              <a:buNone/>
              <a:defRPr sz="1650" b="0">
                <a:solidFill>
                  <a:srgbClr val="003366"/>
                </a:solidFill>
                <a:latin typeface="Lato"/>
                <a:ea typeface="Lato"/>
                <a:cs typeface="Lato"/>
              </a:defRPr>
            </a:lvl2pPr>
            <a:lvl3pPr algn="ctr">
              <a:buNone/>
              <a:defRPr sz="1650" b="0">
                <a:solidFill>
                  <a:srgbClr val="003366"/>
                </a:solidFill>
                <a:latin typeface="Lato"/>
                <a:ea typeface="Lato"/>
                <a:cs typeface="Lato"/>
              </a:defRPr>
            </a:lvl3pPr>
            <a:lvl4pPr algn="ctr">
              <a:buNone/>
              <a:defRPr sz="1650" b="0">
                <a:solidFill>
                  <a:srgbClr val="003366"/>
                </a:solidFill>
                <a:latin typeface="Lato"/>
                <a:ea typeface="Lato"/>
                <a:cs typeface="Lato"/>
              </a:defRPr>
            </a:lvl4pPr>
            <a:lvl5pPr algn="ctr">
              <a:buNone/>
              <a:defRPr sz="1650" b="0">
                <a:solidFill>
                  <a:srgbClr val="003366"/>
                </a:solidFill>
                <a:latin typeface="Lato"/>
                <a:ea typeface="Lato"/>
                <a:cs typeface="Lato"/>
              </a:defRPr>
            </a:lvl5pPr>
            <a:lvl6pPr algn="ctr">
              <a:buNone/>
              <a:defRPr sz="1650" b="0">
                <a:solidFill>
                  <a:srgbClr val="003366"/>
                </a:solidFill>
                <a:latin typeface="Lato"/>
                <a:ea typeface="Lato"/>
                <a:cs typeface="Lato"/>
              </a:defRPr>
            </a:lvl6pPr>
            <a:lvl7pPr algn="ctr">
              <a:buNone/>
              <a:defRPr sz="1650" b="0">
                <a:solidFill>
                  <a:srgbClr val="003366"/>
                </a:solidFill>
                <a:latin typeface="Lato"/>
                <a:ea typeface="Lato"/>
                <a:cs typeface="Lato"/>
              </a:defRPr>
            </a:lvl7pPr>
            <a:lvl8pPr algn="ctr">
              <a:buNone/>
              <a:defRPr sz="1650" b="0">
                <a:solidFill>
                  <a:srgbClr val="003366"/>
                </a:solidFill>
                <a:latin typeface="Lato"/>
                <a:ea typeface="Lato"/>
                <a:cs typeface="Lato"/>
              </a:defRPr>
            </a:lvl8pPr>
            <a:lvl9pPr algn="ctr">
              <a:buNone/>
              <a:defRPr sz="1650" b="0">
                <a:solidFill>
                  <a:srgbClr val="003366"/>
                </a:solidFill>
                <a:latin typeface="Lato"/>
                <a:ea typeface="Lato"/>
                <a:cs typeface="Lato"/>
              </a:defRPr>
            </a:lvl9pPr>
          </a:lstStyle>
          <a:p>
            <a:pPr algn="ctr">
              <a:buNone/>
              <a:defRPr sz="1650" b="0">
                <a:solidFill>
                  <a:srgbClr val="003366"/>
                </a:solidFill>
                <a:latin typeface="Lato"/>
                <a:ea typeface="Lato"/>
                <a:cs typeface="Lato"/>
              </a:defRPr>
            </a:pPr>
            <a:r>
              <a:rPr sz="1650" b="0">
                <a:solidFill>
                  <a:srgbClr val="003366"/>
                </a:solidFill>
                <a:latin typeface="Lato"/>
                <a:ea typeface="Lato"/>
                <a:cs typeface="Lato"/>
              </a:rPr>
              <a:t>Kiểm tra đạt</a:t>
            </a:r>
          </a:p>
        </p:txBody>
      </p:sp>
      <p:cxnSp>
        <p:nvCxnSpPr>
          <p:cNvPr id="16" name="Diagram connection">
            <a:extLst>
              <a:ext uri="{FF2B5EF4-FFF2-40B4-BE49-F238E27FC236}">
                <a16:creationId xmlns:a16="http://schemas.microsoft.com/office/drawing/2014/main" id="{5741E592-0D2F-4F52-9D36-46107110D773}"/>
              </a:ext>
            </a:extLst>
          </p:cNvPr>
          <p:cNvCxnSpPr/>
          <p:nvPr/>
        </p:nvCxnSpPr>
        <p:spPr>
          <a:xfrm>
            <a:off x="10039350" y="2571750"/>
            <a:ext cx="0" cy="1543050"/>
          </a:xfrm>
          <a:prstGeom prst="straightConnector1">
            <a:avLst/>
          </a:prstGeom>
          <a:ln w="17145">
            <a:solidFill>
              <a:srgbClr val="888888"/>
            </a:solidFill>
            <a:prstDash val="solid"/>
            <a:tailEnd type="triangle" w="sm" len="sm"/>
          </a:ln>
        </p:spPr>
      </p:cxnSp>
      <p:sp>
        <p:nvSpPr>
          <p:cNvPr id="17" name="Yêu cầu bảo trì">
            <a:extLst>
              <a:ext uri="{FF2B5EF4-FFF2-40B4-BE49-F238E27FC236}">
                <a16:creationId xmlns:a16="http://schemas.microsoft.com/office/drawing/2014/main" id="{83739E3B-8D53-485B-B5A0-733F45A0B937}"/>
              </a:ext>
            </a:extLst>
          </p:cNvPr>
          <p:cNvSpPr>
            <a:spLocks noGrp="1"/>
          </p:cNvSpPr>
          <p:nvPr/>
        </p:nvSpPr>
        <p:spPr>
          <a:xfrm>
            <a:off x="9115425" y="2952750"/>
            <a:ext cx="895350" cy="638175"/>
          </a:xfrm>
          <a:prstGeom prst="rect">
            <a:avLst/>
          </a:prstGeom>
          <a:noFill/>
          <a:ln w="0">
            <a:noFill/>
          </a:ln>
        </p:spPr>
        <p:txBody>
          <a:bodyPr wrap="square" lIns="0" tIns="0" rIns="0" bIns="0" anchor="t">
            <a:noAutofit/>
          </a:bodyPr>
          <a:lstStyle>
            <a:defPPr algn="ctr">
              <a:defRPr sz="1575" b="0">
                <a:solidFill>
                  <a:srgbClr val="003366"/>
                </a:solidFill>
                <a:latin typeface="Lato"/>
                <a:ea typeface="Lato"/>
                <a:cs typeface="Lato"/>
              </a:defRPr>
            </a:defPPr>
            <a:lvl1pPr algn="ctr">
              <a:buNone/>
              <a:defRPr sz="1575" b="0">
                <a:solidFill>
                  <a:srgbClr val="003366"/>
                </a:solidFill>
                <a:latin typeface="Lato"/>
                <a:ea typeface="Lato"/>
                <a:cs typeface="Lato"/>
              </a:defRPr>
            </a:lvl1pPr>
            <a:lvl2pPr algn="ctr">
              <a:buNone/>
              <a:defRPr sz="1575" b="0">
                <a:solidFill>
                  <a:srgbClr val="003366"/>
                </a:solidFill>
                <a:latin typeface="Lato"/>
                <a:ea typeface="Lato"/>
                <a:cs typeface="Lato"/>
              </a:defRPr>
            </a:lvl2pPr>
            <a:lvl3pPr algn="ctr">
              <a:buNone/>
              <a:defRPr sz="1575" b="0">
                <a:solidFill>
                  <a:srgbClr val="003366"/>
                </a:solidFill>
                <a:latin typeface="Lato"/>
                <a:ea typeface="Lato"/>
                <a:cs typeface="Lato"/>
              </a:defRPr>
            </a:lvl3pPr>
            <a:lvl4pPr algn="ctr">
              <a:buNone/>
              <a:defRPr sz="1575" b="0">
                <a:solidFill>
                  <a:srgbClr val="003366"/>
                </a:solidFill>
                <a:latin typeface="Lato"/>
                <a:ea typeface="Lato"/>
                <a:cs typeface="Lato"/>
              </a:defRPr>
            </a:lvl4pPr>
            <a:lvl5pPr algn="ctr">
              <a:buNone/>
              <a:defRPr sz="1575" b="0">
                <a:solidFill>
                  <a:srgbClr val="003366"/>
                </a:solidFill>
                <a:latin typeface="Lato"/>
                <a:ea typeface="Lato"/>
                <a:cs typeface="Lato"/>
              </a:defRPr>
            </a:lvl5pPr>
            <a:lvl6pPr algn="ctr">
              <a:buNone/>
              <a:defRPr sz="1575" b="0">
                <a:solidFill>
                  <a:srgbClr val="003366"/>
                </a:solidFill>
                <a:latin typeface="Lato"/>
                <a:ea typeface="Lato"/>
                <a:cs typeface="Lato"/>
              </a:defRPr>
            </a:lvl6pPr>
            <a:lvl7pPr algn="ctr">
              <a:buNone/>
              <a:defRPr sz="1575" b="0">
                <a:solidFill>
                  <a:srgbClr val="003366"/>
                </a:solidFill>
                <a:latin typeface="Lato"/>
                <a:ea typeface="Lato"/>
                <a:cs typeface="Lato"/>
              </a:defRPr>
            </a:lvl7pPr>
            <a:lvl8pPr algn="ctr">
              <a:buNone/>
              <a:defRPr sz="1575" b="0">
                <a:solidFill>
                  <a:srgbClr val="003366"/>
                </a:solidFill>
                <a:latin typeface="Lato"/>
                <a:ea typeface="Lato"/>
                <a:cs typeface="Lato"/>
              </a:defRPr>
            </a:lvl8pPr>
            <a:lvl9pPr algn="ctr">
              <a:buNone/>
              <a:defRPr sz="1575" b="0">
                <a:solidFill>
                  <a:srgbClr val="003366"/>
                </a:solidFill>
                <a:latin typeface="Lato"/>
                <a:ea typeface="Lato"/>
                <a:cs typeface="Lato"/>
              </a:defRPr>
            </a:lvl9pPr>
          </a:lstStyle>
          <a:p>
            <a:pPr algn="ctr">
              <a:buNone/>
              <a:defRPr sz="1575" b="0">
                <a:solidFill>
                  <a:srgbClr val="003366"/>
                </a:solidFill>
                <a:latin typeface="Lato"/>
                <a:ea typeface="Lato"/>
                <a:cs typeface="Lato"/>
              </a:defRPr>
            </a:pPr>
            <a:r>
              <a:rPr sz="1575" b="0">
                <a:solidFill>
                  <a:srgbClr val="003366"/>
                </a:solidFill>
                <a:latin typeface="Lato"/>
                <a:ea typeface="Lato"/>
                <a:cs typeface="Lato"/>
              </a:rPr>
              <a:t>Yêu cầu</a:t>
            </a:r>
          </a:p>
          <a:p>
            <a:pPr algn="ctr">
              <a:buNone/>
              <a:defRPr sz="1575" b="0">
                <a:solidFill>
                  <a:srgbClr val="003366"/>
                </a:solidFill>
                <a:latin typeface="Lato"/>
                <a:ea typeface="Lato"/>
                <a:cs typeface="Lato"/>
              </a:defRPr>
            </a:pPr>
            <a:r>
              <a:rPr sz="1575" b="0">
                <a:solidFill>
                  <a:srgbClr val="003366"/>
                </a:solidFill>
                <a:latin typeface="Lato"/>
                <a:ea typeface="Lato"/>
                <a:cs typeface="Lato"/>
              </a:rPr>
              <a:t>bảo trì</a:t>
            </a:r>
          </a:p>
        </p:txBody>
      </p:sp>
      <p:cxnSp>
        <p:nvCxnSpPr>
          <p:cNvPr id="18" name="Diagram connection">
            <a:extLst>
              <a:ext uri="{FF2B5EF4-FFF2-40B4-BE49-F238E27FC236}">
                <a16:creationId xmlns:a16="http://schemas.microsoft.com/office/drawing/2014/main" id="{E687637D-5755-4F19-985F-88EBE35C8C10}"/>
              </a:ext>
            </a:extLst>
          </p:cNvPr>
          <p:cNvCxnSpPr/>
          <p:nvPr/>
        </p:nvCxnSpPr>
        <p:spPr>
          <a:xfrm>
            <a:off x="11029950" y="2571750"/>
            <a:ext cx="0" cy="1543050"/>
          </a:xfrm>
          <a:prstGeom prst="straightConnector1">
            <a:avLst/>
          </a:prstGeom>
          <a:ln w="17145">
            <a:solidFill>
              <a:srgbClr val="888888"/>
            </a:solidFill>
            <a:prstDash val="solid"/>
            <a:headEnd type="triangle" w="sm" len="sm"/>
          </a:ln>
        </p:spPr>
      </p:cxnSp>
      <p:sp>
        <p:nvSpPr>
          <p:cNvPr id="19" name="Kiểm tra lại đạt">
            <a:extLst>
              <a:ext uri="{FF2B5EF4-FFF2-40B4-BE49-F238E27FC236}">
                <a16:creationId xmlns:a16="http://schemas.microsoft.com/office/drawing/2014/main" id="{31AE45FF-66A2-4F14-951F-A7AA54935A9F}"/>
              </a:ext>
            </a:extLst>
          </p:cNvPr>
          <p:cNvSpPr>
            <a:spLocks noGrp="1"/>
          </p:cNvSpPr>
          <p:nvPr/>
        </p:nvSpPr>
        <p:spPr>
          <a:xfrm>
            <a:off x="10248900" y="2952750"/>
            <a:ext cx="714375" cy="638175"/>
          </a:xfrm>
          <a:prstGeom prst="rect">
            <a:avLst/>
          </a:prstGeom>
          <a:noFill/>
          <a:ln w="0">
            <a:noFill/>
          </a:ln>
        </p:spPr>
        <p:txBody>
          <a:bodyPr wrap="square" lIns="0" tIns="0" rIns="0" bIns="0" anchor="t">
            <a:noAutofit/>
          </a:bodyPr>
          <a:lstStyle>
            <a:defPPr algn="ctr">
              <a:defRPr sz="1500" b="0">
                <a:solidFill>
                  <a:srgbClr val="003366"/>
                </a:solidFill>
                <a:latin typeface="Lato"/>
                <a:ea typeface="Lato"/>
                <a:cs typeface="Lato"/>
              </a:defRPr>
            </a:defPPr>
            <a:lvl1pPr algn="ctr">
              <a:buNone/>
              <a:defRPr sz="1500" b="0">
                <a:solidFill>
                  <a:srgbClr val="003366"/>
                </a:solidFill>
                <a:latin typeface="Lato"/>
                <a:ea typeface="Lato"/>
                <a:cs typeface="Lato"/>
              </a:defRPr>
            </a:lvl1pPr>
            <a:lvl2pPr algn="ctr">
              <a:buNone/>
              <a:defRPr sz="1500" b="0">
                <a:solidFill>
                  <a:srgbClr val="003366"/>
                </a:solidFill>
                <a:latin typeface="Lato"/>
                <a:ea typeface="Lato"/>
                <a:cs typeface="Lato"/>
              </a:defRPr>
            </a:lvl2pPr>
            <a:lvl3pPr algn="ctr">
              <a:buNone/>
              <a:defRPr sz="1500" b="0">
                <a:solidFill>
                  <a:srgbClr val="003366"/>
                </a:solidFill>
                <a:latin typeface="Lato"/>
                <a:ea typeface="Lato"/>
                <a:cs typeface="Lato"/>
              </a:defRPr>
            </a:lvl3pPr>
            <a:lvl4pPr algn="ctr">
              <a:buNone/>
              <a:defRPr sz="1500" b="0">
                <a:solidFill>
                  <a:srgbClr val="003366"/>
                </a:solidFill>
                <a:latin typeface="Lato"/>
                <a:ea typeface="Lato"/>
                <a:cs typeface="Lato"/>
              </a:defRPr>
            </a:lvl4pPr>
            <a:lvl5pPr algn="ctr">
              <a:buNone/>
              <a:defRPr sz="1500" b="0">
                <a:solidFill>
                  <a:srgbClr val="003366"/>
                </a:solidFill>
                <a:latin typeface="Lato"/>
                <a:ea typeface="Lato"/>
                <a:cs typeface="Lato"/>
              </a:defRPr>
            </a:lvl5pPr>
            <a:lvl6pPr algn="ctr">
              <a:buNone/>
              <a:defRPr sz="1500" b="0">
                <a:solidFill>
                  <a:srgbClr val="003366"/>
                </a:solidFill>
                <a:latin typeface="Lato"/>
                <a:ea typeface="Lato"/>
                <a:cs typeface="Lato"/>
              </a:defRPr>
            </a:lvl6pPr>
            <a:lvl7pPr algn="ctr">
              <a:buNone/>
              <a:defRPr sz="1500" b="0">
                <a:solidFill>
                  <a:srgbClr val="003366"/>
                </a:solidFill>
                <a:latin typeface="Lato"/>
                <a:ea typeface="Lato"/>
                <a:cs typeface="Lato"/>
              </a:defRPr>
            </a:lvl7pPr>
            <a:lvl8pPr algn="ctr">
              <a:buNone/>
              <a:defRPr sz="1500" b="0">
                <a:solidFill>
                  <a:srgbClr val="003366"/>
                </a:solidFill>
                <a:latin typeface="Lato"/>
                <a:ea typeface="Lato"/>
                <a:cs typeface="Lato"/>
              </a:defRPr>
            </a:lvl8pPr>
            <a:lvl9pPr algn="ctr">
              <a:buNone/>
              <a:defRPr sz="1500" b="0">
                <a:solidFill>
                  <a:srgbClr val="003366"/>
                </a:solidFill>
                <a:latin typeface="Lato"/>
                <a:ea typeface="Lato"/>
                <a:cs typeface="Lato"/>
              </a:defRPr>
            </a:lvl9pPr>
          </a:lstStyle>
          <a:p>
            <a:pPr algn="ctr">
              <a:buNone/>
              <a:defRPr sz="1500" b="0">
                <a:solidFill>
                  <a:srgbClr val="003366"/>
                </a:solidFill>
                <a:latin typeface="Lato"/>
                <a:ea typeface="Lato"/>
                <a:cs typeface="Lato"/>
              </a:defRPr>
            </a:pPr>
            <a:r>
              <a:rPr sz="1500" b="0">
                <a:solidFill>
                  <a:srgbClr val="003366"/>
                </a:solidFill>
                <a:latin typeface="Lato"/>
                <a:ea typeface="Lato"/>
                <a:cs typeface="Lato"/>
              </a:rPr>
              <a:t>Kiểm tra</a:t>
            </a:r>
          </a:p>
          <a:p>
            <a:pPr algn="ctr">
              <a:buNone/>
              <a:defRPr sz="1500" b="0">
                <a:solidFill>
                  <a:srgbClr val="003366"/>
                </a:solidFill>
                <a:latin typeface="Lato"/>
                <a:ea typeface="Lato"/>
                <a:cs typeface="Lato"/>
              </a:defRPr>
            </a:pPr>
            <a:r>
              <a:rPr sz="1500" b="0">
                <a:solidFill>
                  <a:srgbClr val="003366"/>
                </a:solidFill>
                <a:latin typeface="Lato"/>
                <a:ea typeface="Lato"/>
                <a:cs typeface="Lato"/>
              </a:rPr>
              <a:t>lại đạt</a:t>
            </a:r>
          </a:p>
        </p:txBody>
      </p:sp>
      <p:cxnSp>
        <p:nvCxnSpPr>
          <p:cNvPr id="20" name="Diagram connection">
            <a:extLst>
              <a:ext uri="{FF2B5EF4-FFF2-40B4-BE49-F238E27FC236}">
                <a16:creationId xmlns:a16="http://schemas.microsoft.com/office/drawing/2014/main" id="{97A37E6F-F214-4C44-9FB1-4550A8DAB006}"/>
              </a:ext>
            </a:extLst>
          </p:cNvPr>
          <p:cNvCxnSpPr/>
          <p:nvPr/>
        </p:nvCxnSpPr>
        <p:spPr>
          <a:xfrm>
            <a:off x="8896350" y="2390775"/>
            <a:ext cx="666750" cy="0"/>
          </a:xfrm>
          <a:prstGeom prst="straightConnector1">
            <a:avLst/>
          </a:prstGeom>
          <a:ln w="17145">
            <a:solidFill>
              <a:srgbClr val="888888"/>
            </a:solidFill>
            <a:prstDash val="solid"/>
          </a:ln>
        </p:spPr>
      </p:cxnSp>
      <p:cxnSp>
        <p:nvCxnSpPr>
          <p:cNvPr id="21" name="Diagram connection">
            <a:extLst>
              <a:ext uri="{FF2B5EF4-FFF2-40B4-BE49-F238E27FC236}">
                <a16:creationId xmlns:a16="http://schemas.microsoft.com/office/drawing/2014/main" id="{566B8473-353C-467D-842A-2F58E933BF84}"/>
              </a:ext>
            </a:extLst>
          </p:cNvPr>
          <p:cNvCxnSpPr/>
          <p:nvPr/>
        </p:nvCxnSpPr>
        <p:spPr>
          <a:xfrm>
            <a:off x="8896350" y="2390775"/>
            <a:ext cx="0" cy="2076450"/>
          </a:xfrm>
          <a:prstGeom prst="straightConnector1">
            <a:avLst/>
          </a:prstGeom>
          <a:ln w="17145">
            <a:solidFill>
              <a:srgbClr val="888888"/>
            </a:solidFill>
            <a:prstDash val="solid"/>
          </a:ln>
        </p:spPr>
      </p:cxnSp>
      <p:cxnSp>
        <p:nvCxnSpPr>
          <p:cNvPr id="22" name="Diagram connection">
            <a:extLst>
              <a:ext uri="{FF2B5EF4-FFF2-40B4-BE49-F238E27FC236}">
                <a16:creationId xmlns:a16="http://schemas.microsoft.com/office/drawing/2014/main" id="{DCFACFCA-4AF1-4D82-A33D-855F66E2D1E9}"/>
              </a:ext>
            </a:extLst>
          </p:cNvPr>
          <p:cNvCxnSpPr/>
          <p:nvPr/>
        </p:nvCxnSpPr>
        <p:spPr>
          <a:xfrm>
            <a:off x="8324850" y="4467225"/>
            <a:ext cx="571500" cy="0"/>
          </a:xfrm>
          <a:prstGeom prst="straightConnector1">
            <a:avLst/>
          </a:prstGeom>
          <a:ln w="17145">
            <a:solidFill>
              <a:srgbClr val="888888"/>
            </a:solidFill>
            <a:prstDash val="solid"/>
            <a:headEnd type="triangle" w="sm" len="sm"/>
          </a:ln>
        </p:spPr>
      </p:cxnSp>
      <p:sp>
        <p:nvSpPr>
          <p:cNvPr id="23" name="Thu hồi">
            <a:extLst>
              <a:ext uri="{FF2B5EF4-FFF2-40B4-BE49-F238E27FC236}">
                <a16:creationId xmlns:a16="http://schemas.microsoft.com/office/drawing/2014/main" id="{CAD26C19-8689-41EB-8FD8-C3218AC861BC}"/>
              </a:ext>
            </a:extLst>
          </p:cNvPr>
          <p:cNvSpPr>
            <a:spLocks noGrp="1"/>
          </p:cNvSpPr>
          <p:nvPr/>
        </p:nvSpPr>
        <p:spPr>
          <a:xfrm>
            <a:off x="8048625" y="3019425"/>
            <a:ext cx="762000" cy="304800"/>
          </a:xfrm>
          <a:prstGeom prst="rect">
            <a:avLst/>
          </a:prstGeom>
          <a:noFill/>
          <a:ln w="0">
            <a:noFill/>
          </a:ln>
        </p:spPr>
        <p:txBody>
          <a:bodyPr wrap="square" lIns="0" tIns="0" rIns="0" bIns="0" anchor="t">
            <a:noAutofit/>
          </a:bodyPr>
          <a:lstStyle>
            <a:defPPr algn="ctr">
              <a:defRPr sz="1575" b="0">
                <a:solidFill>
                  <a:srgbClr val="003366"/>
                </a:solidFill>
                <a:latin typeface="Lato"/>
                <a:ea typeface="Lato"/>
                <a:cs typeface="Lato"/>
              </a:defRPr>
            </a:defPPr>
            <a:lvl1pPr algn="ctr">
              <a:buNone/>
              <a:defRPr sz="1575" b="0">
                <a:solidFill>
                  <a:srgbClr val="003366"/>
                </a:solidFill>
                <a:latin typeface="Lato"/>
                <a:ea typeface="Lato"/>
                <a:cs typeface="Lato"/>
              </a:defRPr>
            </a:lvl1pPr>
            <a:lvl2pPr algn="ctr">
              <a:buNone/>
              <a:defRPr sz="1575" b="0">
                <a:solidFill>
                  <a:srgbClr val="003366"/>
                </a:solidFill>
                <a:latin typeface="Lato"/>
                <a:ea typeface="Lato"/>
                <a:cs typeface="Lato"/>
              </a:defRPr>
            </a:lvl2pPr>
            <a:lvl3pPr algn="ctr">
              <a:buNone/>
              <a:defRPr sz="1575" b="0">
                <a:solidFill>
                  <a:srgbClr val="003366"/>
                </a:solidFill>
                <a:latin typeface="Lato"/>
                <a:ea typeface="Lato"/>
                <a:cs typeface="Lato"/>
              </a:defRPr>
            </a:lvl3pPr>
            <a:lvl4pPr algn="ctr">
              <a:buNone/>
              <a:defRPr sz="1575" b="0">
                <a:solidFill>
                  <a:srgbClr val="003366"/>
                </a:solidFill>
                <a:latin typeface="Lato"/>
                <a:ea typeface="Lato"/>
                <a:cs typeface="Lato"/>
              </a:defRPr>
            </a:lvl4pPr>
            <a:lvl5pPr algn="ctr">
              <a:buNone/>
              <a:defRPr sz="1575" b="0">
                <a:solidFill>
                  <a:srgbClr val="003366"/>
                </a:solidFill>
                <a:latin typeface="Lato"/>
                <a:ea typeface="Lato"/>
                <a:cs typeface="Lato"/>
              </a:defRPr>
            </a:lvl5pPr>
            <a:lvl6pPr algn="ctr">
              <a:buNone/>
              <a:defRPr sz="1575" b="0">
                <a:solidFill>
                  <a:srgbClr val="003366"/>
                </a:solidFill>
                <a:latin typeface="Lato"/>
                <a:ea typeface="Lato"/>
                <a:cs typeface="Lato"/>
              </a:defRPr>
            </a:lvl6pPr>
            <a:lvl7pPr algn="ctr">
              <a:buNone/>
              <a:defRPr sz="1575" b="0">
                <a:solidFill>
                  <a:srgbClr val="003366"/>
                </a:solidFill>
                <a:latin typeface="Lato"/>
                <a:ea typeface="Lato"/>
                <a:cs typeface="Lato"/>
              </a:defRPr>
            </a:lvl7pPr>
            <a:lvl8pPr algn="ctr">
              <a:buNone/>
              <a:defRPr sz="1575" b="0">
                <a:solidFill>
                  <a:srgbClr val="003366"/>
                </a:solidFill>
                <a:latin typeface="Lato"/>
                <a:ea typeface="Lato"/>
                <a:cs typeface="Lato"/>
              </a:defRPr>
            </a:lvl8pPr>
            <a:lvl9pPr algn="ctr">
              <a:buNone/>
              <a:defRPr sz="1575" b="0">
                <a:solidFill>
                  <a:srgbClr val="003366"/>
                </a:solidFill>
                <a:latin typeface="Lato"/>
                <a:ea typeface="Lato"/>
                <a:cs typeface="Lato"/>
              </a:defRPr>
            </a:lvl9pPr>
          </a:lstStyle>
          <a:p>
            <a:pPr algn="ctr">
              <a:buNone/>
              <a:defRPr sz="1575" b="0">
                <a:solidFill>
                  <a:srgbClr val="003366"/>
                </a:solidFill>
                <a:latin typeface="Lato"/>
                <a:ea typeface="Lato"/>
                <a:cs typeface="Lato"/>
              </a:defRPr>
            </a:pPr>
            <a:r>
              <a:rPr sz="1575" b="0">
                <a:solidFill>
                  <a:srgbClr val="003366"/>
                </a:solidFill>
                <a:latin typeface="Lato"/>
                <a:ea typeface="Lato"/>
                <a:cs typeface="Lato"/>
              </a:rPr>
              <a:t>Thu hồi</a:t>
            </a:r>
          </a:p>
        </p:txBody>
      </p:sp>
      <p:cxnSp>
        <p:nvCxnSpPr>
          <p:cNvPr id="24" name="Diagram connection">
            <a:extLst>
              <a:ext uri="{FF2B5EF4-FFF2-40B4-BE49-F238E27FC236}">
                <a16:creationId xmlns:a16="http://schemas.microsoft.com/office/drawing/2014/main" id="{28809BC6-83A6-42DC-B3F0-27A889FB91F8}"/>
              </a:ext>
            </a:extLst>
          </p:cNvPr>
          <p:cNvCxnSpPr/>
          <p:nvPr/>
        </p:nvCxnSpPr>
        <p:spPr>
          <a:xfrm>
            <a:off x="8324850" y="4467225"/>
            <a:ext cx="1238250" cy="0"/>
          </a:xfrm>
          <a:prstGeom prst="straightConnector1">
            <a:avLst/>
          </a:prstGeom>
          <a:ln w="17145">
            <a:solidFill>
              <a:srgbClr val="888888"/>
            </a:solidFill>
            <a:prstDash val="solid"/>
            <a:headEnd type="triangle" w="sm" len="sm"/>
          </a:ln>
        </p:spPr>
      </p:cxnSp>
      <p:sp>
        <p:nvSpPr>
          <p:cNvPr id="25" name="Thu hồi">
            <a:extLst>
              <a:ext uri="{FF2B5EF4-FFF2-40B4-BE49-F238E27FC236}">
                <a16:creationId xmlns:a16="http://schemas.microsoft.com/office/drawing/2014/main" id="{51CDDBB1-F52B-4D6A-B6D0-BE8CC470628A}"/>
              </a:ext>
            </a:extLst>
          </p:cNvPr>
          <p:cNvSpPr>
            <a:spLocks noGrp="1"/>
          </p:cNvSpPr>
          <p:nvPr/>
        </p:nvSpPr>
        <p:spPr>
          <a:xfrm>
            <a:off x="8410575" y="4505325"/>
            <a:ext cx="1066800" cy="285750"/>
          </a:xfrm>
          <a:prstGeom prst="rect">
            <a:avLst/>
          </a:prstGeom>
          <a:noFill/>
          <a:ln w="0">
            <a:noFill/>
          </a:ln>
        </p:spPr>
        <p:txBody>
          <a:bodyPr wrap="square" lIns="0" tIns="0" rIns="0" bIns="0" anchor="t">
            <a:noAutofit/>
          </a:bodyPr>
          <a:lstStyle>
            <a:defPPr algn="ctr">
              <a:defRPr sz="1575" b="0">
                <a:solidFill>
                  <a:srgbClr val="003366"/>
                </a:solidFill>
                <a:latin typeface="Lato"/>
                <a:ea typeface="Lato"/>
                <a:cs typeface="Lato"/>
              </a:defRPr>
            </a:defPPr>
            <a:lvl1pPr algn="ctr">
              <a:buNone/>
              <a:defRPr sz="1575" b="0">
                <a:solidFill>
                  <a:srgbClr val="003366"/>
                </a:solidFill>
                <a:latin typeface="Lato"/>
                <a:ea typeface="Lato"/>
                <a:cs typeface="Lato"/>
              </a:defRPr>
            </a:lvl1pPr>
            <a:lvl2pPr algn="ctr">
              <a:buNone/>
              <a:defRPr sz="1575" b="0">
                <a:solidFill>
                  <a:srgbClr val="003366"/>
                </a:solidFill>
                <a:latin typeface="Lato"/>
                <a:ea typeface="Lato"/>
                <a:cs typeface="Lato"/>
              </a:defRPr>
            </a:lvl2pPr>
            <a:lvl3pPr algn="ctr">
              <a:buNone/>
              <a:defRPr sz="1575" b="0">
                <a:solidFill>
                  <a:srgbClr val="003366"/>
                </a:solidFill>
                <a:latin typeface="Lato"/>
                <a:ea typeface="Lato"/>
                <a:cs typeface="Lato"/>
              </a:defRPr>
            </a:lvl3pPr>
            <a:lvl4pPr algn="ctr">
              <a:buNone/>
              <a:defRPr sz="1575" b="0">
                <a:solidFill>
                  <a:srgbClr val="003366"/>
                </a:solidFill>
                <a:latin typeface="Lato"/>
                <a:ea typeface="Lato"/>
                <a:cs typeface="Lato"/>
              </a:defRPr>
            </a:lvl4pPr>
            <a:lvl5pPr algn="ctr">
              <a:buNone/>
              <a:defRPr sz="1575" b="0">
                <a:solidFill>
                  <a:srgbClr val="003366"/>
                </a:solidFill>
                <a:latin typeface="Lato"/>
                <a:ea typeface="Lato"/>
                <a:cs typeface="Lato"/>
              </a:defRPr>
            </a:lvl5pPr>
            <a:lvl6pPr algn="ctr">
              <a:buNone/>
              <a:defRPr sz="1575" b="0">
                <a:solidFill>
                  <a:srgbClr val="003366"/>
                </a:solidFill>
                <a:latin typeface="Lato"/>
                <a:ea typeface="Lato"/>
                <a:cs typeface="Lato"/>
              </a:defRPr>
            </a:lvl6pPr>
            <a:lvl7pPr algn="ctr">
              <a:buNone/>
              <a:defRPr sz="1575" b="0">
                <a:solidFill>
                  <a:srgbClr val="003366"/>
                </a:solidFill>
                <a:latin typeface="Lato"/>
                <a:ea typeface="Lato"/>
                <a:cs typeface="Lato"/>
              </a:defRPr>
            </a:lvl7pPr>
            <a:lvl8pPr algn="ctr">
              <a:buNone/>
              <a:defRPr sz="1575" b="0">
                <a:solidFill>
                  <a:srgbClr val="003366"/>
                </a:solidFill>
                <a:latin typeface="Lato"/>
                <a:ea typeface="Lato"/>
                <a:cs typeface="Lato"/>
              </a:defRPr>
            </a:lvl8pPr>
            <a:lvl9pPr algn="ctr">
              <a:buNone/>
              <a:defRPr sz="1575" b="0">
                <a:solidFill>
                  <a:srgbClr val="003366"/>
                </a:solidFill>
                <a:latin typeface="Lato"/>
                <a:ea typeface="Lato"/>
                <a:cs typeface="Lato"/>
              </a:defRPr>
            </a:lvl9pPr>
          </a:lstStyle>
          <a:p>
            <a:pPr algn="ctr">
              <a:buNone/>
              <a:defRPr sz="1575" b="0">
                <a:solidFill>
                  <a:srgbClr val="003366"/>
                </a:solidFill>
                <a:latin typeface="Lato"/>
                <a:ea typeface="Lato"/>
                <a:cs typeface="Lato"/>
              </a:defRPr>
            </a:pPr>
            <a:r>
              <a:rPr sz="1575" b="0" dirty="0">
                <a:solidFill>
                  <a:srgbClr val="003366"/>
                </a:solidFill>
                <a:latin typeface="Lato"/>
                <a:ea typeface="Lato"/>
                <a:cs typeface="Lato"/>
              </a:rPr>
              <a:t>Thu </a:t>
            </a:r>
            <a:r>
              <a:rPr sz="1575" b="0" dirty="0" err="1">
                <a:solidFill>
                  <a:srgbClr val="003366"/>
                </a:solidFill>
                <a:latin typeface="Lato"/>
                <a:ea typeface="Lato"/>
                <a:cs typeface="Lato"/>
              </a:rPr>
              <a:t>hồi</a:t>
            </a:r>
            <a:endParaRPr sz="1575" b="0" dirty="0">
              <a:solidFill>
                <a:srgbClr val="003366"/>
              </a:solidFill>
              <a:latin typeface="Lato"/>
              <a:ea typeface="Lato"/>
              <a:cs typeface="Lato"/>
            </a:endParaRPr>
          </a:p>
        </p:txBody>
      </p:sp>
      <p:sp>
        <p:nvSpPr>
          <p:cNvPr id="26" name="Vòng đời, kết nối và tình trạng cảm biến được theo dõi riêng.">
            <a:extLst>
              <a:ext uri="{FF2B5EF4-FFF2-40B4-BE49-F238E27FC236}">
                <a16:creationId xmlns:a16="http://schemas.microsoft.com/office/drawing/2014/main" id="{E1BF3765-D5BC-4569-955B-CE40BC4AD858}"/>
              </a:ext>
            </a:extLst>
          </p:cNvPr>
          <p:cNvSpPr>
            <a:spLocks noGrp="1"/>
          </p:cNvSpPr>
          <p:nvPr/>
        </p:nvSpPr>
        <p:spPr>
          <a:xfrm>
            <a:off x="609600" y="5695950"/>
            <a:ext cx="10953750" cy="371475"/>
          </a:xfrm>
          <a:prstGeom prst="rect">
            <a:avLst/>
          </a:prstGeom>
          <a:noFill/>
          <a:ln w="0">
            <a:noFill/>
          </a:ln>
        </p:spPr>
        <p:txBody>
          <a:bodyPr wrap="square" lIns="0" tIns="0" rIns="0" bIns="0" anchor="t">
            <a:noAutofit/>
          </a:bodyPr>
          <a:lstStyle>
            <a:defPPr algn="l">
              <a:defRPr sz="1950" b="1">
                <a:solidFill>
                  <a:srgbClr val="003366"/>
                </a:solidFill>
                <a:latin typeface="Lato"/>
                <a:ea typeface="Lato"/>
                <a:cs typeface="Lato"/>
              </a:defRPr>
            </a:defPPr>
            <a:lvl1pPr algn="l">
              <a:buNone/>
              <a:defRPr sz="1950" b="1">
                <a:solidFill>
                  <a:srgbClr val="003366"/>
                </a:solidFill>
                <a:latin typeface="Lato"/>
                <a:ea typeface="Lato"/>
                <a:cs typeface="Lato"/>
              </a:defRPr>
            </a:lvl1pPr>
            <a:lvl2pPr algn="l">
              <a:buNone/>
              <a:defRPr sz="1950" b="1">
                <a:solidFill>
                  <a:srgbClr val="003366"/>
                </a:solidFill>
                <a:latin typeface="Lato"/>
                <a:ea typeface="Lato"/>
                <a:cs typeface="Lato"/>
              </a:defRPr>
            </a:lvl2pPr>
            <a:lvl3pPr algn="l">
              <a:buNone/>
              <a:defRPr sz="1950" b="1">
                <a:solidFill>
                  <a:srgbClr val="003366"/>
                </a:solidFill>
                <a:latin typeface="Lato"/>
                <a:ea typeface="Lato"/>
                <a:cs typeface="Lato"/>
              </a:defRPr>
            </a:lvl3pPr>
            <a:lvl4pPr algn="l">
              <a:buNone/>
              <a:defRPr sz="1950" b="1">
                <a:solidFill>
                  <a:srgbClr val="003366"/>
                </a:solidFill>
                <a:latin typeface="Lato"/>
                <a:ea typeface="Lato"/>
                <a:cs typeface="Lato"/>
              </a:defRPr>
            </a:lvl4pPr>
            <a:lvl5pPr algn="l">
              <a:buNone/>
              <a:defRPr sz="1950" b="1">
                <a:solidFill>
                  <a:srgbClr val="003366"/>
                </a:solidFill>
                <a:latin typeface="Lato"/>
                <a:ea typeface="Lato"/>
                <a:cs typeface="Lato"/>
              </a:defRPr>
            </a:lvl5pPr>
            <a:lvl6pPr algn="l">
              <a:buNone/>
              <a:defRPr sz="1950" b="1">
                <a:solidFill>
                  <a:srgbClr val="003366"/>
                </a:solidFill>
                <a:latin typeface="Lato"/>
                <a:ea typeface="Lato"/>
                <a:cs typeface="Lato"/>
              </a:defRPr>
            </a:lvl6pPr>
            <a:lvl7pPr algn="l">
              <a:buNone/>
              <a:defRPr sz="1950" b="1">
                <a:solidFill>
                  <a:srgbClr val="003366"/>
                </a:solidFill>
                <a:latin typeface="Lato"/>
                <a:ea typeface="Lato"/>
                <a:cs typeface="Lato"/>
              </a:defRPr>
            </a:lvl7pPr>
            <a:lvl8pPr algn="l">
              <a:buNone/>
              <a:defRPr sz="1950" b="1">
                <a:solidFill>
                  <a:srgbClr val="003366"/>
                </a:solidFill>
                <a:latin typeface="Lato"/>
                <a:ea typeface="Lato"/>
                <a:cs typeface="Lato"/>
              </a:defRPr>
            </a:lvl8pPr>
            <a:lvl9pPr algn="l">
              <a:buNone/>
              <a:defRPr sz="1950" b="1">
                <a:solidFill>
                  <a:srgbClr val="003366"/>
                </a:solidFill>
                <a:latin typeface="Lato"/>
                <a:ea typeface="Lato"/>
                <a:cs typeface="Lato"/>
              </a:defRPr>
            </a:lvl9pPr>
          </a:lstStyle>
          <a:p>
            <a:pPr algn="l">
              <a:buNone/>
              <a:defRPr sz="1950" b="1">
                <a:solidFill>
                  <a:srgbClr val="003366"/>
                </a:solidFill>
                <a:latin typeface="Lato"/>
                <a:ea typeface="Lato"/>
                <a:cs typeface="Lato"/>
              </a:defRPr>
            </a:pPr>
            <a:r>
              <a:rPr sz="1950" b="1">
                <a:solidFill>
                  <a:srgbClr val="003366"/>
                </a:solidFill>
                <a:latin typeface="Lato"/>
                <a:ea typeface="Lato"/>
                <a:cs typeface="Lato"/>
              </a:rPr>
              <a:t>Vòng đời, kết nối và tình trạng cảm biến được theo dõi riêng.</a:t>
            </a:r>
          </a:p>
        </p:txBody>
      </p:sp>
      <p:pic>
        <p:nvPicPr>
          <p:cNvPr id="27" name="Picture 26">
            <a:extLst>
              <a:ext uri="{FF2B5EF4-FFF2-40B4-BE49-F238E27FC236}">
                <a16:creationId xmlns:a16="http://schemas.microsoft.com/office/drawing/2014/main" id="{2B34EFC8-6448-448B-834F-C9B3843494E2}"/>
              </a:ext>
            </a:extLst>
          </p:cNvPr>
          <p:cNvPicPr>
            <a:picLocks noChangeAspect="1"/>
          </p:cNvPicPr>
          <p:nvPr/>
        </p:nvPicPr>
        <p:blipFill>
          <a:blip r:embed="rId3"/>
          <a:srcRect l="5" r="5"/>
          <a:stretch>
            <a:fillRect/>
          </a:stretch>
        </p:blipFill>
        <p:spPr>
          <a:xfrm>
            <a:off x="304800" y="6229350"/>
            <a:ext cx="2971800" cy="344329"/>
          </a:xfrm>
          <a:prstGeom prst="rect">
            <a:avLst/>
          </a:prstGeom>
        </p:spPr>
      </p:pic>
      <p:cxnSp>
        <p:nvCxnSpPr>
          <p:cNvPr id="28" name="Đường chân trang theo mẫu">
            <a:extLst>
              <a:ext uri="{FF2B5EF4-FFF2-40B4-BE49-F238E27FC236}">
                <a16:creationId xmlns:a16="http://schemas.microsoft.com/office/drawing/2014/main" id="{BE6F6340-FE66-4395-8B79-60F6D7EF2167}"/>
              </a:ext>
            </a:extLst>
          </p:cNvPr>
          <p:cNvCxnSpPr/>
          <p:nvPr/>
        </p:nvCxnSpPr>
        <p:spPr>
          <a:xfrm>
            <a:off x="3619500" y="6391275"/>
            <a:ext cx="8258175" cy="0"/>
          </a:xfrm>
          <a:prstGeom prst="straightConnector1">
            <a:avLst/>
          </a:prstGeom>
          <a:ln w="11906">
            <a:solidFill>
              <a:srgbClr val="C00000"/>
            </a:solidFill>
          </a:ln>
        </p:spPr>
      </p:cxnSp>
      <p:sp>
        <p:nvSpPr>
          <p:cNvPr id="29" name="7">
            <a:extLst>
              <a:ext uri="{FF2B5EF4-FFF2-40B4-BE49-F238E27FC236}">
                <a16:creationId xmlns:a16="http://schemas.microsoft.com/office/drawing/2014/main" id="{A4C86462-7208-4890-84E5-54FE8323415A}"/>
              </a:ext>
            </a:extLst>
          </p:cNvPr>
          <p:cNvSpPr>
            <a:spLocks noGrp="1"/>
          </p:cNvSpPr>
          <p:nvPr/>
        </p:nvSpPr>
        <p:spPr>
          <a:xfrm>
            <a:off x="11144250" y="6515100"/>
            <a:ext cx="666750" cy="247650"/>
          </a:xfrm>
          <a:prstGeom prst="rect">
            <a:avLst/>
          </a:prstGeom>
          <a:noFill/>
          <a:ln w="0">
            <a:noFill/>
          </a:ln>
        </p:spPr>
        <p:txBody>
          <a:bodyPr wrap="square" lIns="0" tIns="0" rIns="0" bIns="0" anchor="t">
            <a:noAutofit/>
          </a:bodyPr>
          <a:lstStyle>
            <a:defPPr algn="r">
              <a:defRPr sz="1200" b="0">
                <a:solidFill>
                  <a:srgbClr val="C00000"/>
                </a:solidFill>
                <a:latin typeface="Lato"/>
                <a:ea typeface="Lato"/>
                <a:cs typeface="Lato"/>
              </a:defRPr>
            </a:defPPr>
            <a:lvl1pPr algn="r">
              <a:buNone/>
              <a:defRPr sz="1200" b="0">
                <a:solidFill>
                  <a:srgbClr val="C00000"/>
                </a:solidFill>
                <a:latin typeface="Lato"/>
                <a:ea typeface="Lato"/>
                <a:cs typeface="Lato"/>
              </a:defRPr>
            </a:lvl1pPr>
            <a:lvl2pPr algn="r">
              <a:buNone/>
              <a:defRPr sz="1200" b="0">
                <a:solidFill>
                  <a:srgbClr val="C00000"/>
                </a:solidFill>
                <a:latin typeface="Lato"/>
                <a:ea typeface="Lato"/>
                <a:cs typeface="Lato"/>
              </a:defRPr>
            </a:lvl2pPr>
            <a:lvl3pPr algn="r">
              <a:buNone/>
              <a:defRPr sz="1200" b="0">
                <a:solidFill>
                  <a:srgbClr val="C00000"/>
                </a:solidFill>
                <a:latin typeface="Lato"/>
                <a:ea typeface="Lato"/>
                <a:cs typeface="Lato"/>
              </a:defRPr>
            </a:lvl3pPr>
            <a:lvl4pPr algn="r">
              <a:buNone/>
              <a:defRPr sz="1200" b="0">
                <a:solidFill>
                  <a:srgbClr val="C00000"/>
                </a:solidFill>
                <a:latin typeface="Lato"/>
                <a:ea typeface="Lato"/>
                <a:cs typeface="Lato"/>
              </a:defRPr>
            </a:lvl4pPr>
            <a:lvl5pPr algn="r">
              <a:buNone/>
              <a:defRPr sz="1200" b="0">
                <a:solidFill>
                  <a:srgbClr val="C00000"/>
                </a:solidFill>
                <a:latin typeface="Lato"/>
                <a:ea typeface="Lato"/>
                <a:cs typeface="Lato"/>
              </a:defRPr>
            </a:lvl5pPr>
            <a:lvl6pPr algn="r">
              <a:buNone/>
              <a:defRPr sz="1200" b="0">
                <a:solidFill>
                  <a:srgbClr val="C00000"/>
                </a:solidFill>
                <a:latin typeface="Lato"/>
                <a:ea typeface="Lato"/>
                <a:cs typeface="Lato"/>
              </a:defRPr>
            </a:lvl6pPr>
            <a:lvl7pPr algn="r">
              <a:buNone/>
              <a:defRPr sz="1200" b="0">
                <a:solidFill>
                  <a:srgbClr val="C00000"/>
                </a:solidFill>
                <a:latin typeface="Lato"/>
                <a:ea typeface="Lato"/>
                <a:cs typeface="Lato"/>
              </a:defRPr>
            </a:lvl7pPr>
            <a:lvl8pPr algn="r">
              <a:buNone/>
              <a:defRPr sz="1200" b="0">
                <a:solidFill>
                  <a:srgbClr val="C00000"/>
                </a:solidFill>
                <a:latin typeface="Lato"/>
                <a:ea typeface="Lato"/>
                <a:cs typeface="Lato"/>
              </a:defRPr>
            </a:lvl8pPr>
            <a:lvl9pPr algn="r">
              <a:buNone/>
              <a:defRPr sz="1200" b="0">
                <a:solidFill>
                  <a:srgbClr val="C00000"/>
                </a:solidFill>
                <a:latin typeface="Lato"/>
                <a:ea typeface="Lato"/>
                <a:cs typeface="Lato"/>
              </a:defRPr>
            </a:lvl9pPr>
          </a:lstStyle>
          <a:p>
            <a:pPr algn="r">
              <a:buNone/>
              <a:defRPr sz="1200" b="0">
                <a:solidFill>
                  <a:srgbClr val="C00000"/>
                </a:solidFill>
                <a:latin typeface="Lato"/>
                <a:ea typeface="Lato"/>
                <a:cs typeface="Lato"/>
              </a:defRPr>
            </a:pPr>
            <a:r>
              <a:rPr sz="1200" b="0">
                <a:solidFill>
                  <a:srgbClr val="C00000"/>
                </a:solidFill>
                <a:latin typeface="Lato"/>
                <a:ea typeface="Lato"/>
                <a:cs typeface="Lato"/>
              </a:rPr>
              <a:t>7</a:t>
            </a:r>
          </a:p>
        </p:txBody>
      </p:sp>
      <p:sp>
        <p:nvSpPr>
          <p:cNvPr id="31" name="2.3    Backend và vòng đời thiết bị">
            <a:extLst>
              <a:ext uri="{FF2B5EF4-FFF2-40B4-BE49-F238E27FC236}">
                <a16:creationId xmlns:a16="http://schemas.microsoft.com/office/drawing/2014/main" id="{BCA752FD-6DA0-46A6-9838-3595977FD86F}"/>
              </a:ext>
            </a:extLst>
          </p:cNvPr>
          <p:cNvSpPr>
            <a:spLocks noGrp="1"/>
          </p:cNvSpPr>
          <p:nvPr/>
        </p:nvSpPr>
        <p:spPr>
          <a:xfrm>
            <a:off x="381000" y="1009650"/>
            <a:ext cx="11239500" cy="409575"/>
          </a:xfrm>
          <a:prstGeom prst="rect">
            <a:avLst/>
          </a:prstGeom>
          <a:noFill/>
          <a:ln w="0">
            <a:noFill/>
          </a:ln>
        </p:spPr>
        <p:txBody>
          <a:bodyPr wrap="square" lIns="0" tIns="0" rIns="0" bIns="0" anchor="t">
            <a:noAutofit/>
          </a:bodyPr>
          <a:lstStyle>
            <a:defPPr algn="l">
              <a:defRPr sz="2400" b="1">
                <a:solidFill>
                  <a:srgbClr val="003366"/>
                </a:solidFill>
                <a:latin typeface="Lato"/>
                <a:ea typeface="Lato"/>
                <a:cs typeface="Lato"/>
              </a:defRPr>
            </a:defPPr>
            <a:lvl1pPr algn="l">
              <a:defRPr sz="2400" b="1">
                <a:solidFill>
                  <a:srgbClr val="003366"/>
                </a:solidFill>
                <a:latin typeface="Lato"/>
                <a:ea typeface="Lato"/>
                <a:cs typeface="Lato"/>
              </a:defRPr>
            </a:lvl1pPr>
            <a:lvl2pPr algn="l">
              <a:defRPr sz="2400" b="1">
                <a:solidFill>
                  <a:srgbClr val="003366"/>
                </a:solidFill>
                <a:latin typeface="Lato"/>
                <a:ea typeface="Lato"/>
                <a:cs typeface="Lato"/>
              </a:defRPr>
            </a:lvl2pPr>
            <a:lvl3pPr algn="l">
              <a:defRPr sz="2400" b="1">
                <a:solidFill>
                  <a:srgbClr val="003366"/>
                </a:solidFill>
                <a:latin typeface="Lato"/>
                <a:ea typeface="Lato"/>
                <a:cs typeface="Lato"/>
              </a:defRPr>
            </a:lvl3pPr>
            <a:lvl4pPr algn="l">
              <a:defRPr sz="2400" b="1">
                <a:solidFill>
                  <a:srgbClr val="003366"/>
                </a:solidFill>
                <a:latin typeface="Lato"/>
                <a:ea typeface="Lato"/>
                <a:cs typeface="Lato"/>
              </a:defRPr>
            </a:lvl4pPr>
            <a:lvl5pPr algn="l">
              <a:defRPr sz="2400" b="1">
                <a:solidFill>
                  <a:srgbClr val="003366"/>
                </a:solidFill>
                <a:latin typeface="Lato"/>
                <a:ea typeface="Lato"/>
                <a:cs typeface="Lato"/>
              </a:defRPr>
            </a:lvl5pPr>
            <a:lvl6pPr algn="l">
              <a:defRPr sz="2400" b="1">
                <a:solidFill>
                  <a:srgbClr val="003366"/>
                </a:solidFill>
                <a:latin typeface="Lato"/>
                <a:ea typeface="Lato"/>
                <a:cs typeface="Lato"/>
              </a:defRPr>
            </a:lvl6pPr>
            <a:lvl7pPr algn="l">
              <a:defRPr sz="2400" b="1">
                <a:solidFill>
                  <a:srgbClr val="003366"/>
                </a:solidFill>
                <a:latin typeface="Lato"/>
                <a:ea typeface="Lato"/>
                <a:cs typeface="Lato"/>
              </a:defRPr>
            </a:lvl7pPr>
            <a:lvl8pPr algn="l">
              <a:defRPr sz="2400" b="1">
                <a:solidFill>
                  <a:srgbClr val="003366"/>
                </a:solidFill>
                <a:latin typeface="Lato"/>
                <a:ea typeface="Lato"/>
                <a:cs typeface="Lato"/>
              </a:defRPr>
            </a:lvl8pPr>
            <a:lvl9pPr algn="l">
              <a:defRPr sz="2400" b="1">
                <a:solidFill>
                  <a:srgbClr val="003366"/>
                </a:solidFill>
                <a:latin typeface="Lato"/>
                <a:ea typeface="Lato"/>
                <a:cs typeface="Lato"/>
              </a:defRPr>
            </a:lvl9pPr>
          </a:lstStyle>
          <a:p>
            <a:pPr algn="l">
              <a:defRPr sz="2400" b="1">
                <a:solidFill>
                  <a:srgbClr val="003366"/>
                </a:solidFill>
                <a:latin typeface="Lato"/>
                <a:ea typeface="Lato"/>
                <a:cs typeface="Lato"/>
              </a:defRPr>
            </a:pPr>
            <a:r>
              <a:rPr sz="2400" b="1">
                <a:solidFill>
                  <a:srgbClr val="003366"/>
                </a:solidFill>
                <a:latin typeface="Lato"/>
                <a:ea typeface="Lato"/>
                <a:cs typeface="Lato"/>
              </a:rPr>
              <a:t>2.3    Backend và vòng đời thiết bị</a:t>
            </a:r>
          </a:p>
        </p:txBody>
      </p:sp>
    </p:spTree>
    <p:extLst>
      <p:ext uri="{BB962C8B-B14F-4D97-AF65-F5344CB8AC3E}">
        <p14:creationId xmlns:p14="http://schemas.microsoft.com/office/powerpoint/2010/main" val="1541645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Google Shape;176;p8">
            <a:extLst>
              <a:ext uri="{FF2B5EF4-FFF2-40B4-BE49-F238E27FC236}">
                <a16:creationId xmlns:a16="http://schemas.microsoft.com/office/drawing/2014/main" id="{4E598D0C-7662-40A6-B0E5-57249D51781C}"/>
              </a:ext>
            </a:extLst>
          </p:cNvPr>
          <p:cNvSpPr>
            <a:spLocks noGrp="1"/>
          </p:cNvSpPr>
          <p:nvPr/>
        </p:nvSpPr>
        <p:spPr>
          <a:xfrm>
            <a:off x="287868" y="260081"/>
            <a:ext cx="660399" cy="527140"/>
          </a:xfrm>
          <a:prstGeom prst="rect">
            <a:avLst/>
          </a:prstGeom>
          <a:solidFill>
            <a:srgbClr val="C00000"/>
          </a:solidFill>
          <a:ln>
            <a:noFill/>
          </a:ln>
        </p:spPr>
        <p:txBody>
          <a:bodyPr spcFirstLastPara="1" wrap="square" lIns="91425" tIns="45700" rIns="91425" bIns="45700" anchor="t">
            <a:noAutofit/>
          </a:bodyPr>
          <a:lstStyle/>
          <a:p>
            <a:pPr marL="0" marR="0" lvl="0" indent="0" algn="ctr">
              <a:lnSpc>
                <a:spcPct val="90000"/>
              </a:lnSpc>
              <a:spcBef>
                <a:spcPts val="0"/>
              </a:spcBef>
              <a:spcAft>
                <a:spcPts val="0"/>
              </a:spcAft>
              <a:buClr>
                <a:schemeClr val="lt1"/>
              </a:buClr>
              <a:buSzPts val="3200"/>
              <a:buFont typeface="Lato"/>
              <a:buNone/>
            </a:pPr>
            <a:r>
              <a:rPr sz="3200" b="1" i="0" u="none" strike="noStrike" cap="none">
                <a:solidFill>
                  <a:schemeClr val="lt1"/>
                </a:solidFill>
                <a:latin typeface="Lato"/>
                <a:ea typeface="Lato"/>
                <a:cs typeface="Lato"/>
              </a:rPr>
              <a:t>3</a:t>
            </a:r>
            <a:endParaRPr/>
          </a:p>
        </p:txBody>
      </p:sp>
      <p:sp>
        <p:nvSpPr>
          <p:cNvPr id="2" name="Google Shape;181;p8">
            <a:extLst>
              <a:ext uri="{FF2B5EF4-FFF2-40B4-BE49-F238E27FC236}">
                <a16:creationId xmlns:a16="http://schemas.microsoft.com/office/drawing/2014/main" id="{A57C218D-4CE3-4159-94BD-1BD06BEC562F}"/>
              </a:ext>
            </a:extLst>
          </p:cNvPr>
          <p:cNvSpPr>
            <a:spLocks noGrp="1"/>
          </p:cNvSpPr>
          <p:nvPr/>
        </p:nvSpPr>
        <p:spPr>
          <a:xfrm>
            <a:off x="1032933" y="230370"/>
            <a:ext cx="10668000" cy="523173"/>
          </a:xfrm>
          <a:prstGeom prst="rect">
            <a:avLst/>
          </a:prstGeom>
          <a:noFill/>
          <a:ln>
            <a:noFill/>
          </a:ln>
        </p:spPr>
        <p:txBody>
          <a:bodyPr spcFirstLastPara="1" wrap="square" lIns="91425" tIns="45700" rIns="91425" bIns="45700" anchor="t">
            <a:noAutofit/>
          </a:bodyPr>
          <a:lstStyle/>
          <a:p>
            <a:pPr marL="0" marR="0" lvl="0" indent="0" algn="l">
              <a:lnSpc>
                <a:spcPct val="90000"/>
              </a:lnSpc>
              <a:spcBef>
                <a:spcPts val="0"/>
              </a:spcBef>
              <a:spcAft>
                <a:spcPts val="0"/>
              </a:spcAft>
              <a:buClr>
                <a:srgbClr val="003366"/>
              </a:buClr>
              <a:buSzPts val="3200"/>
              <a:buFont typeface="Lato"/>
              <a:buNone/>
            </a:pPr>
            <a:r>
              <a:rPr sz="3200" b="1" i="0" u="none" strike="noStrike" cap="none">
                <a:solidFill>
                  <a:srgbClr val="003366"/>
                </a:solidFill>
                <a:latin typeface="Lato"/>
                <a:ea typeface="Lato"/>
                <a:cs typeface="Lato"/>
              </a:rPr>
              <a:t>CẢNH BÁO VÀ BẢO MẬT</a:t>
            </a:r>
            <a:endParaRPr/>
          </a:p>
        </p:txBody>
      </p:sp>
      <p:cxnSp>
        <p:nvCxnSpPr>
          <p:cNvPr id="3" name="Google Shape;182;p8">
            <a:extLst>
              <a:ext uri="{FF2B5EF4-FFF2-40B4-BE49-F238E27FC236}">
                <a16:creationId xmlns:a16="http://schemas.microsoft.com/office/drawing/2014/main" id="{A06DD7B5-F74C-49CC-93CC-13846F3745A8}"/>
              </a:ext>
            </a:extLst>
          </p:cNvPr>
          <p:cNvCxnSpPr/>
          <p:nvPr/>
        </p:nvCxnSpPr>
        <p:spPr>
          <a:xfrm rot="10800000" flipH="1">
            <a:off x="1134533" y="753543"/>
            <a:ext cx="3976827" cy="1144"/>
          </a:xfrm>
          <a:prstGeom prst="straightConnector1">
            <a:avLst/>
          </a:prstGeom>
          <a:ln w="38100" cap="flat">
            <a:solidFill>
              <a:srgbClr val="C00000"/>
            </a:solidFill>
            <a:prstDash val="solid"/>
            <a:miter/>
            <a:headEnd type="none" w="sm" len="sm"/>
            <a:tailEnd type="none" w="sm" len="sm"/>
          </a:ln>
        </p:spPr>
      </p:cxnSp>
      <p:sp>
        <p:nvSpPr>
          <p:cNvPr id="4" name="Giám sát theo phòng">
            <a:extLst>
              <a:ext uri="{FF2B5EF4-FFF2-40B4-BE49-F238E27FC236}">
                <a16:creationId xmlns:a16="http://schemas.microsoft.com/office/drawing/2014/main" id="{284333AE-7749-46DE-96F4-BCCFA5058E8D}"/>
              </a:ext>
            </a:extLst>
          </p:cNvPr>
          <p:cNvSpPr>
            <a:spLocks noGrp="1"/>
          </p:cNvSpPr>
          <p:nvPr/>
        </p:nvSpPr>
        <p:spPr>
          <a:xfrm>
            <a:off x="609600" y="1409700"/>
            <a:ext cx="3381375" cy="590550"/>
          </a:xfrm>
          <a:prstGeom prst="rect">
            <a:avLst/>
          </a:prstGeom>
          <a:noFill/>
          <a:ln w="0">
            <a:noFill/>
          </a:ln>
        </p:spPr>
        <p:txBody>
          <a:bodyPr wrap="square" lIns="0" tIns="0" rIns="0" bIns="0" anchor="t">
            <a:noAutofit/>
          </a:bodyPr>
          <a:lstStyle>
            <a:defPPr algn="l">
              <a:defRPr sz="2100" b="1">
                <a:solidFill>
                  <a:srgbClr val="003366"/>
                </a:solidFill>
                <a:latin typeface="Lato"/>
                <a:ea typeface="Lato"/>
                <a:cs typeface="Lato"/>
              </a:defRPr>
            </a:defPPr>
            <a:lvl1pPr algn="l">
              <a:buNone/>
              <a:defRPr sz="2100" b="1">
                <a:solidFill>
                  <a:srgbClr val="003366"/>
                </a:solidFill>
                <a:latin typeface="Lato"/>
                <a:ea typeface="Lato"/>
                <a:cs typeface="Lato"/>
              </a:defRPr>
            </a:lvl1pPr>
            <a:lvl2pPr algn="l">
              <a:buNone/>
              <a:defRPr sz="2100" b="1">
                <a:solidFill>
                  <a:srgbClr val="003366"/>
                </a:solidFill>
                <a:latin typeface="Lato"/>
                <a:ea typeface="Lato"/>
                <a:cs typeface="Lato"/>
              </a:defRPr>
            </a:lvl2pPr>
            <a:lvl3pPr algn="l">
              <a:buNone/>
              <a:defRPr sz="2100" b="1">
                <a:solidFill>
                  <a:srgbClr val="003366"/>
                </a:solidFill>
                <a:latin typeface="Lato"/>
                <a:ea typeface="Lato"/>
                <a:cs typeface="Lato"/>
              </a:defRPr>
            </a:lvl3pPr>
            <a:lvl4pPr algn="l">
              <a:buNone/>
              <a:defRPr sz="2100" b="1">
                <a:solidFill>
                  <a:srgbClr val="003366"/>
                </a:solidFill>
                <a:latin typeface="Lato"/>
                <a:ea typeface="Lato"/>
                <a:cs typeface="Lato"/>
              </a:defRPr>
            </a:lvl4pPr>
            <a:lvl5pPr algn="l">
              <a:buNone/>
              <a:defRPr sz="2100" b="1">
                <a:solidFill>
                  <a:srgbClr val="003366"/>
                </a:solidFill>
                <a:latin typeface="Lato"/>
                <a:ea typeface="Lato"/>
                <a:cs typeface="Lato"/>
              </a:defRPr>
            </a:lvl5pPr>
            <a:lvl6pPr algn="l">
              <a:buNone/>
              <a:defRPr sz="2100" b="1">
                <a:solidFill>
                  <a:srgbClr val="003366"/>
                </a:solidFill>
                <a:latin typeface="Lato"/>
                <a:ea typeface="Lato"/>
                <a:cs typeface="Lato"/>
              </a:defRPr>
            </a:lvl6pPr>
            <a:lvl7pPr algn="l">
              <a:buNone/>
              <a:defRPr sz="2100" b="1">
                <a:solidFill>
                  <a:srgbClr val="003366"/>
                </a:solidFill>
                <a:latin typeface="Lato"/>
                <a:ea typeface="Lato"/>
                <a:cs typeface="Lato"/>
              </a:defRPr>
            </a:lvl7pPr>
            <a:lvl8pPr algn="l">
              <a:buNone/>
              <a:defRPr sz="2100" b="1">
                <a:solidFill>
                  <a:srgbClr val="003366"/>
                </a:solidFill>
                <a:latin typeface="Lato"/>
                <a:ea typeface="Lato"/>
                <a:cs typeface="Lato"/>
              </a:defRPr>
            </a:lvl8pPr>
            <a:lvl9pPr algn="l">
              <a:buNone/>
              <a:defRPr sz="2100" b="1">
                <a:solidFill>
                  <a:srgbClr val="003366"/>
                </a:solidFill>
                <a:latin typeface="Lato"/>
                <a:ea typeface="Lato"/>
                <a:cs typeface="Lato"/>
              </a:defRPr>
            </a:lvl9pPr>
          </a:lstStyle>
          <a:p>
            <a:pPr algn="l">
              <a:buNone/>
              <a:defRPr sz="2100" b="1">
                <a:solidFill>
                  <a:srgbClr val="003366"/>
                </a:solidFill>
                <a:latin typeface="Lato"/>
                <a:ea typeface="Lato"/>
                <a:cs typeface="Lato"/>
              </a:defRPr>
            </a:pPr>
            <a:r>
              <a:rPr sz="2100" b="1">
                <a:solidFill>
                  <a:srgbClr val="003366"/>
                </a:solidFill>
                <a:latin typeface="Lato"/>
                <a:ea typeface="Lato"/>
                <a:cs typeface="Lato"/>
              </a:rPr>
              <a:t>Giám sát theo phòng</a:t>
            </a:r>
          </a:p>
        </p:txBody>
      </p:sp>
      <p:sp>
        <p:nvSpPr>
          <p:cNvPr id="5" name="Đèn/còi tại chỗ">
            <a:extLst>
              <a:ext uri="{FF2B5EF4-FFF2-40B4-BE49-F238E27FC236}">
                <a16:creationId xmlns:a16="http://schemas.microsoft.com/office/drawing/2014/main" id="{6D0CB547-A2E4-47B2-9237-73A70202657C}"/>
              </a:ext>
            </a:extLst>
          </p:cNvPr>
          <p:cNvSpPr>
            <a:spLocks noGrp="1"/>
          </p:cNvSpPr>
          <p:nvPr/>
        </p:nvSpPr>
        <p:spPr>
          <a:xfrm>
            <a:off x="4286250" y="1409700"/>
            <a:ext cx="3143250" cy="590550"/>
          </a:xfrm>
          <a:prstGeom prst="rect">
            <a:avLst/>
          </a:prstGeom>
          <a:noFill/>
          <a:ln w="0">
            <a:noFill/>
          </a:ln>
        </p:spPr>
        <p:txBody>
          <a:bodyPr wrap="square" lIns="0" tIns="0" rIns="0" bIns="0" anchor="t">
            <a:noAutofit/>
          </a:bodyPr>
          <a:lstStyle>
            <a:defPPr algn="l">
              <a:defRPr sz="2100" b="1">
                <a:solidFill>
                  <a:srgbClr val="003366"/>
                </a:solidFill>
                <a:latin typeface="Lato"/>
                <a:ea typeface="Lato"/>
                <a:cs typeface="Lato"/>
              </a:defRPr>
            </a:defPPr>
            <a:lvl1pPr algn="l">
              <a:buNone/>
              <a:defRPr sz="2100" b="1">
                <a:solidFill>
                  <a:srgbClr val="003366"/>
                </a:solidFill>
                <a:latin typeface="Lato"/>
                <a:ea typeface="Lato"/>
                <a:cs typeface="Lato"/>
              </a:defRPr>
            </a:lvl1pPr>
            <a:lvl2pPr algn="l">
              <a:buNone/>
              <a:defRPr sz="2100" b="1">
                <a:solidFill>
                  <a:srgbClr val="003366"/>
                </a:solidFill>
                <a:latin typeface="Lato"/>
                <a:ea typeface="Lato"/>
                <a:cs typeface="Lato"/>
              </a:defRPr>
            </a:lvl2pPr>
            <a:lvl3pPr algn="l">
              <a:buNone/>
              <a:defRPr sz="2100" b="1">
                <a:solidFill>
                  <a:srgbClr val="003366"/>
                </a:solidFill>
                <a:latin typeface="Lato"/>
                <a:ea typeface="Lato"/>
                <a:cs typeface="Lato"/>
              </a:defRPr>
            </a:lvl3pPr>
            <a:lvl4pPr algn="l">
              <a:buNone/>
              <a:defRPr sz="2100" b="1">
                <a:solidFill>
                  <a:srgbClr val="003366"/>
                </a:solidFill>
                <a:latin typeface="Lato"/>
                <a:ea typeface="Lato"/>
                <a:cs typeface="Lato"/>
              </a:defRPr>
            </a:lvl4pPr>
            <a:lvl5pPr algn="l">
              <a:buNone/>
              <a:defRPr sz="2100" b="1">
                <a:solidFill>
                  <a:srgbClr val="003366"/>
                </a:solidFill>
                <a:latin typeface="Lato"/>
                <a:ea typeface="Lato"/>
                <a:cs typeface="Lato"/>
              </a:defRPr>
            </a:lvl5pPr>
            <a:lvl6pPr algn="l">
              <a:buNone/>
              <a:defRPr sz="2100" b="1">
                <a:solidFill>
                  <a:srgbClr val="003366"/>
                </a:solidFill>
                <a:latin typeface="Lato"/>
                <a:ea typeface="Lato"/>
                <a:cs typeface="Lato"/>
              </a:defRPr>
            </a:lvl6pPr>
            <a:lvl7pPr algn="l">
              <a:buNone/>
              <a:defRPr sz="2100" b="1">
                <a:solidFill>
                  <a:srgbClr val="003366"/>
                </a:solidFill>
                <a:latin typeface="Lato"/>
                <a:ea typeface="Lato"/>
                <a:cs typeface="Lato"/>
              </a:defRPr>
            </a:lvl7pPr>
            <a:lvl8pPr algn="l">
              <a:buNone/>
              <a:defRPr sz="2100" b="1">
                <a:solidFill>
                  <a:srgbClr val="003366"/>
                </a:solidFill>
                <a:latin typeface="Lato"/>
                <a:ea typeface="Lato"/>
                <a:cs typeface="Lato"/>
              </a:defRPr>
            </a:lvl8pPr>
            <a:lvl9pPr algn="l">
              <a:buNone/>
              <a:defRPr sz="2100" b="1">
                <a:solidFill>
                  <a:srgbClr val="003366"/>
                </a:solidFill>
                <a:latin typeface="Lato"/>
                <a:ea typeface="Lato"/>
                <a:cs typeface="Lato"/>
              </a:defRPr>
            </a:lvl9pPr>
          </a:lstStyle>
          <a:p>
            <a:pPr algn="l">
              <a:buNone/>
              <a:defRPr sz="2100" b="1">
                <a:solidFill>
                  <a:srgbClr val="003366"/>
                </a:solidFill>
                <a:latin typeface="Lato"/>
                <a:ea typeface="Lato"/>
                <a:cs typeface="Lato"/>
              </a:defRPr>
            </a:pPr>
            <a:r>
              <a:rPr sz="2100" b="1">
                <a:solidFill>
                  <a:srgbClr val="003366"/>
                </a:solidFill>
                <a:latin typeface="Lato"/>
                <a:ea typeface="Lato"/>
                <a:cs typeface="Lato"/>
              </a:rPr>
              <a:t>Đèn/còi tại chỗ</a:t>
            </a:r>
          </a:p>
        </p:txBody>
      </p:sp>
      <p:sp>
        <p:nvSpPr>
          <p:cNvPr id="6" name="Thông báo điện thoại">
            <a:extLst>
              <a:ext uri="{FF2B5EF4-FFF2-40B4-BE49-F238E27FC236}">
                <a16:creationId xmlns:a16="http://schemas.microsoft.com/office/drawing/2014/main" id="{4E2D0D2F-5A09-46EF-B10B-BD7D10DC4E8D}"/>
              </a:ext>
            </a:extLst>
          </p:cNvPr>
          <p:cNvSpPr>
            <a:spLocks noGrp="1"/>
          </p:cNvSpPr>
          <p:nvPr/>
        </p:nvSpPr>
        <p:spPr>
          <a:xfrm>
            <a:off x="7905750" y="1409700"/>
            <a:ext cx="3619500" cy="590550"/>
          </a:xfrm>
          <a:prstGeom prst="rect">
            <a:avLst/>
          </a:prstGeom>
          <a:noFill/>
          <a:ln w="0">
            <a:noFill/>
          </a:ln>
        </p:spPr>
        <p:txBody>
          <a:bodyPr wrap="square" lIns="0" tIns="0" rIns="0" bIns="0" anchor="t">
            <a:noAutofit/>
          </a:bodyPr>
          <a:lstStyle>
            <a:defPPr algn="l">
              <a:defRPr sz="2100" b="1">
                <a:solidFill>
                  <a:srgbClr val="003366"/>
                </a:solidFill>
                <a:latin typeface="Lato"/>
                <a:ea typeface="Lato"/>
                <a:cs typeface="Lato"/>
              </a:defRPr>
            </a:defPPr>
            <a:lvl1pPr algn="l">
              <a:buNone/>
              <a:defRPr sz="2100" b="1">
                <a:solidFill>
                  <a:srgbClr val="003366"/>
                </a:solidFill>
                <a:latin typeface="Lato"/>
                <a:ea typeface="Lato"/>
                <a:cs typeface="Lato"/>
              </a:defRPr>
            </a:lvl1pPr>
            <a:lvl2pPr algn="l">
              <a:buNone/>
              <a:defRPr sz="2100" b="1">
                <a:solidFill>
                  <a:srgbClr val="003366"/>
                </a:solidFill>
                <a:latin typeface="Lato"/>
                <a:ea typeface="Lato"/>
                <a:cs typeface="Lato"/>
              </a:defRPr>
            </a:lvl2pPr>
            <a:lvl3pPr algn="l">
              <a:buNone/>
              <a:defRPr sz="2100" b="1">
                <a:solidFill>
                  <a:srgbClr val="003366"/>
                </a:solidFill>
                <a:latin typeface="Lato"/>
                <a:ea typeface="Lato"/>
                <a:cs typeface="Lato"/>
              </a:defRPr>
            </a:lvl3pPr>
            <a:lvl4pPr algn="l">
              <a:buNone/>
              <a:defRPr sz="2100" b="1">
                <a:solidFill>
                  <a:srgbClr val="003366"/>
                </a:solidFill>
                <a:latin typeface="Lato"/>
                <a:ea typeface="Lato"/>
                <a:cs typeface="Lato"/>
              </a:defRPr>
            </a:lvl4pPr>
            <a:lvl5pPr algn="l">
              <a:buNone/>
              <a:defRPr sz="2100" b="1">
                <a:solidFill>
                  <a:srgbClr val="003366"/>
                </a:solidFill>
                <a:latin typeface="Lato"/>
                <a:ea typeface="Lato"/>
                <a:cs typeface="Lato"/>
              </a:defRPr>
            </a:lvl5pPr>
            <a:lvl6pPr algn="l">
              <a:buNone/>
              <a:defRPr sz="2100" b="1">
                <a:solidFill>
                  <a:srgbClr val="003366"/>
                </a:solidFill>
                <a:latin typeface="Lato"/>
                <a:ea typeface="Lato"/>
                <a:cs typeface="Lato"/>
              </a:defRPr>
            </a:lvl6pPr>
            <a:lvl7pPr algn="l">
              <a:buNone/>
              <a:defRPr sz="2100" b="1">
                <a:solidFill>
                  <a:srgbClr val="003366"/>
                </a:solidFill>
                <a:latin typeface="Lato"/>
                <a:ea typeface="Lato"/>
                <a:cs typeface="Lato"/>
              </a:defRPr>
            </a:lvl7pPr>
            <a:lvl8pPr algn="l">
              <a:buNone/>
              <a:defRPr sz="2100" b="1">
                <a:solidFill>
                  <a:srgbClr val="003366"/>
                </a:solidFill>
                <a:latin typeface="Lato"/>
                <a:ea typeface="Lato"/>
                <a:cs typeface="Lato"/>
              </a:defRPr>
            </a:lvl8pPr>
            <a:lvl9pPr algn="l">
              <a:buNone/>
              <a:defRPr sz="2100" b="1">
                <a:solidFill>
                  <a:srgbClr val="003366"/>
                </a:solidFill>
                <a:latin typeface="Lato"/>
                <a:ea typeface="Lato"/>
                <a:cs typeface="Lato"/>
              </a:defRPr>
            </a:lvl9pPr>
          </a:lstStyle>
          <a:p>
            <a:pPr algn="l">
              <a:buNone/>
              <a:defRPr sz="2100" b="1">
                <a:solidFill>
                  <a:srgbClr val="003366"/>
                </a:solidFill>
                <a:latin typeface="Lato"/>
                <a:ea typeface="Lato"/>
                <a:cs typeface="Lato"/>
              </a:defRPr>
            </a:pPr>
            <a:r>
              <a:rPr sz="2100" b="1">
                <a:solidFill>
                  <a:srgbClr val="003366"/>
                </a:solidFill>
                <a:latin typeface="Lato"/>
                <a:ea typeface="Lato"/>
                <a:cs typeface="Lato"/>
              </a:rPr>
              <a:t>Cảnh báo Telegram</a:t>
            </a:r>
          </a:p>
        </p:txBody>
      </p:sp>
      <p:graphicFrame>
        <p:nvGraphicFramePr>
          <p:cNvPr id="7" name="Table 6">
            <a:extLst>
              <a:ext uri="{FF2B5EF4-FFF2-40B4-BE49-F238E27FC236}">
                <a16:creationId xmlns:a16="http://schemas.microsoft.com/office/drawing/2014/main" id="{6E56D7A6-3184-42E6-A990-05C1CF9F24AE}"/>
              </a:ext>
            </a:extLst>
          </p:cNvPr>
          <p:cNvGraphicFramePr/>
          <p:nvPr/>
        </p:nvGraphicFramePr>
        <p:xfrm>
          <a:off x="609600" y="1866900"/>
          <a:ext cx="10972800" cy="3714750"/>
        </p:xfrm>
        <a:graphic>
          <a:graphicData uri="http://schemas.openxmlformats.org/drawingml/2006/table">
            <a:tbl>
              <a:tblPr/>
              <a:tblGrid>
                <a:gridCol w="3333750">
                  <a:extLst>
                    <a:ext uri="{9D8B030D-6E8A-4147-A177-3AD203B41FA5}">
                      <a16:colId xmlns:a16="http://schemas.microsoft.com/office/drawing/2014/main" val="20000"/>
                    </a:ext>
                  </a:extLst>
                </a:gridCol>
                <a:gridCol w="7639050">
                  <a:extLst>
                    <a:ext uri="{9D8B030D-6E8A-4147-A177-3AD203B41FA5}">
                      <a16:colId xmlns:a16="http://schemas.microsoft.com/office/drawing/2014/main" val="20001"/>
                    </a:ext>
                  </a:extLst>
                </a:gridCol>
              </a:tblGrid>
              <a:tr h="419100">
                <a:tc>
                  <a:txBody>
                    <a:bodyPr/>
                    <a:lstStyle/>
                    <a:p>
                      <a:r>
                        <a:rPr sz="1800" b="1">
                          <a:solidFill>
                            <a:srgbClr val="FFFFFF"/>
                          </a:solidFill>
                          <a:latin typeface="Lato"/>
                          <a:ea typeface="Lato"/>
                          <a:cs typeface="Lato"/>
                        </a:rPr>
                        <a:t>Tình huống</a:t>
                      </a:r>
                    </a:p>
                  </a:txBody>
                  <a:tcPr anchor="ctr">
                    <a:lnL w="9525">
                      <a:solidFill>
                        <a:srgbClr val="003366"/>
                      </a:solidFill>
                      <a:prstDash val="solid"/>
                    </a:lnL>
                    <a:lnR w="9525">
                      <a:solidFill>
                        <a:srgbClr val="003366"/>
                      </a:solidFill>
                      <a:prstDash val="solid"/>
                    </a:lnR>
                    <a:lnT w="9525">
                      <a:solidFill>
                        <a:srgbClr val="003366"/>
                      </a:solidFill>
                      <a:prstDash val="solid"/>
                    </a:lnT>
                    <a:lnB w="9525">
                      <a:solidFill>
                        <a:srgbClr val="003366"/>
                      </a:solidFill>
                      <a:prstDash val="solid"/>
                    </a:lnB>
                    <a:solidFill>
                      <a:srgbClr val="003366"/>
                    </a:solidFill>
                  </a:tcPr>
                </a:tc>
                <a:tc>
                  <a:txBody>
                    <a:bodyPr/>
                    <a:lstStyle/>
                    <a:p>
                      <a:r>
                        <a:rPr sz="1800" b="1">
                          <a:solidFill>
                            <a:srgbClr val="FFFFFF"/>
                          </a:solidFill>
                          <a:latin typeface="Lato"/>
                          <a:ea typeface="Lato"/>
                          <a:cs typeface="Lato"/>
                        </a:rPr>
                        <a:t>Cách thông báo</a:t>
                      </a:r>
                    </a:p>
                  </a:txBody>
                  <a:tcPr anchor="ctr">
                    <a:lnL w="9525" cap="flat" cmpd="sng" algn="ctr">
                      <a:solidFill>
                        <a:srgbClr val="003366"/>
                      </a:solidFill>
                      <a:prstDash val="solid"/>
                      <a:round/>
                      <a:headEnd type="none" w="med" len="med"/>
                      <a:tailEnd type="none" w="med" len="med"/>
                    </a:lnL>
                    <a:lnR w="9525">
                      <a:solidFill>
                        <a:srgbClr val="003366"/>
                      </a:solidFill>
                      <a:prstDash val="solid"/>
                    </a:lnR>
                    <a:lnT w="9525">
                      <a:solidFill>
                        <a:srgbClr val="003366"/>
                      </a:solidFill>
                      <a:prstDash val="solid"/>
                    </a:lnT>
                    <a:lnB w="9525">
                      <a:solidFill>
                        <a:srgbClr val="003366"/>
                      </a:solidFill>
                      <a:prstDash val="solid"/>
                    </a:lnB>
                    <a:solidFill>
                      <a:srgbClr val="003366"/>
                    </a:solidFill>
                  </a:tcPr>
                </a:tc>
                <a:extLst>
                  <a:ext uri="{0D108BD9-81ED-4DB2-BD59-A6C34878D82A}">
                    <a16:rowId xmlns:a16="http://schemas.microsoft.com/office/drawing/2014/main" val="10000"/>
                  </a:ext>
                </a:extLst>
              </a:tr>
              <a:tr h="542925">
                <a:tc>
                  <a:txBody>
                    <a:bodyPr/>
                    <a:lstStyle/>
                    <a:p>
                      <a:r>
                        <a:rPr sz="1800" b="1">
                          <a:solidFill>
                            <a:srgbClr val="003366"/>
                          </a:solidFill>
                          <a:latin typeface="Lato"/>
                          <a:ea typeface="Lato"/>
                          <a:cs typeface="Lato"/>
                        </a:rPr>
                        <a:t>Bình thường</a:t>
                      </a:r>
                    </a:p>
                  </a:txBody>
                  <a:tcPr anchor="ctr">
                    <a:lnL w="9525">
                      <a:solidFill>
                        <a:srgbClr val="003366"/>
                      </a:solidFill>
                      <a:prstDash val="soli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tc>
                  <a:txBody>
                    <a:bodyPr/>
                    <a:lstStyle/>
                    <a:p>
                      <a:r>
                        <a:rPr sz="1800" b="0">
                          <a:solidFill>
                            <a:srgbClr val="003366"/>
                          </a:solidFill>
                          <a:latin typeface="Lato"/>
                          <a:ea typeface="Lato"/>
                          <a:cs typeface="Lato"/>
                        </a:rPr>
                        <a:t>Website cập nhật. Tin định kỳ mặc định tắt</a:t>
                      </a:r>
                    </a:p>
                  </a:txBody>
                  <a:tcPr anchor="ctr">
                    <a:lnL w="9525" cap="flat" cmpd="sng" algn="ctr">
                      <a:solidFill>
                        <a:srgbClr val="003366"/>
                      </a:solidFill>
                      <a:prstDash val="solid"/>
                      <a:round/>
                      <a:headEnd type="none" w="med" len="med"/>
                      <a:tailEnd type="none" w="med" len="me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extLst>
                  <a:ext uri="{0D108BD9-81ED-4DB2-BD59-A6C34878D82A}">
                    <a16:rowId xmlns:a16="http://schemas.microsoft.com/office/drawing/2014/main" val="10001"/>
                  </a:ext>
                </a:extLst>
              </a:tr>
              <a:tr h="542925">
                <a:tc>
                  <a:txBody>
                    <a:bodyPr/>
                    <a:lstStyle/>
                    <a:p>
                      <a:r>
                        <a:rPr sz="1800" b="1">
                          <a:solidFill>
                            <a:srgbClr val="003366"/>
                          </a:solidFill>
                          <a:latin typeface="Lato"/>
                          <a:ea typeface="Lato"/>
                          <a:cs typeface="Lato"/>
                        </a:rPr>
                        <a:t>Bất thường mới</a:t>
                      </a:r>
                    </a:p>
                  </a:txBody>
                  <a:tcPr anchor="ctr">
                    <a:lnL w="9525">
                      <a:solidFill>
                        <a:srgbClr val="003366"/>
                      </a:solidFill>
                      <a:prstDash val="soli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tc>
                  <a:txBody>
                    <a:bodyPr/>
                    <a:lstStyle/>
                    <a:p>
                      <a:r>
                        <a:rPr sz="1800" b="0" dirty="0" err="1">
                          <a:solidFill>
                            <a:srgbClr val="003366"/>
                          </a:solidFill>
                          <a:latin typeface="Lato"/>
                          <a:ea typeface="Lato"/>
                          <a:cs typeface="Lato"/>
                        </a:rPr>
                        <a:t>Gửi</a:t>
                      </a:r>
                      <a:r>
                        <a:rPr sz="1800" b="0" dirty="0">
                          <a:solidFill>
                            <a:srgbClr val="003366"/>
                          </a:solidFill>
                          <a:latin typeface="Lato"/>
                          <a:ea typeface="Lato"/>
                          <a:cs typeface="Lato"/>
                        </a:rPr>
                        <a:t> </a:t>
                      </a:r>
                      <a:r>
                        <a:rPr sz="1800" b="0" dirty="0" err="1">
                          <a:solidFill>
                            <a:srgbClr val="003366"/>
                          </a:solidFill>
                          <a:latin typeface="Lato"/>
                          <a:ea typeface="Lato"/>
                          <a:cs typeface="Lato"/>
                        </a:rPr>
                        <a:t>phòng</a:t>
                      </a:r>
                      <a:r>
                        <a:rPr sz="1800" b="0" dirty="0">
                          <a:solidFill>
                            <a:srgbClr val="003366"/>
                          </a:solidFill>
                          <a:latin typeface="Lato"/>
                          <a:ea typeface="Lato"/>
                          <a:cs typeface="Lato"/>
                        </a:rPr>
                        <a:t>, </a:t>
                      </a:r>
                      <a:r>
                        <a:rPr sz="1800" b="0" dirty="0" err="1">
                          <a:solidFill>
                            <a:srgbClr val="003366"/>
                          </a:solidFill>
                          <a:latin typeface="Lato"/>
                          <a:ea typeface="Lato"/>
                          <a:cs typeface="Lato"/>
                        </a:rPr>
                        <a:t>dấu</a:t>
                      </a:r>
                      <a:r>
                        <a:rPr sz="1800" b="0" dirty="0">
                          <a:solidFill>
                            <a:srgbClr val="003366"/>
                          </a:solidFill>
                          <a:latin typeface="Lato"/>
                          <a:ea typeface="Lato"/>
                          <a:cs typeface="Lato"/>
                        </a:rPr>
                        <a:t> </a:t>
                      </a:r>
                      <a:r>
                        <a:rPr sz="1800" b="0" dirty="0" err="1">
                          <a:solidFill>
                            <a:srgbClr val="003366"/>
                          </a:solidFill>
                          <a:latin typeface="Lato"/>
                          <a:ea typeface="Lato"/>
                          <a:cs typeface="Lato"/>
                        </a:rPr>
                        <a:t>hiệu</a:t>
                      </a:r>
                      <a:r>
                        <a:rPr sz="1800" b="0" dirty="0">
                          <a:solidFill>
                            <a:srgbClr val="003366"/>
                          </a:solidFill>
                          <a:latin typeface="Lato"/>
                          <a:ea typeface="Lato"/>
                          <a:cs typeface="Lato"/>
                        </a:rPr>
                        <a:t>, </a:t>
                      </a:r>
                      <a:r>
                        <a:rPr sz="1800" b="0" dirty="0" err="1">
                          <a:solidFill>
                            <a:srgbClr val="003366"/>
                          </a:solidFill>
                          <a:latin typeface="Lato"/>
                          <a:ea typeface="Lato"/>
                          <a:cs typeface="Lato"/>
                        </a:rPr>
                        <a:t>thời</a:t>
                      </a:r>
                      <a:r>
                        <a:rPr sz="1800" b="0" dirty="0">
                          <a:solidFill>
                            <a:srgbClr val="003366"/>
                          </a:solidFill>
                          <a:latin typeface="Lato"/>
                          <a:ea typeface="Lato"/>
                          <a:cs typeface="Lato"/>
                        </a:rPr>
                        <a:t> </a:t>
                      </a:r>
                      <a:r>
                        <a:rPr sz="1800" b="0" dirty="0" err="1">
                          <a:solidFill>
                            <a:srgbClr val="003366"/>
                          </a:solidFill>
                          <a:latin typeface="Lato"/>
                          <a:ea typeface="Lato"/>
                          <a:cs typeface="Lato"/>
                        </a:rPr>
                        <a:t>điểm</a:t>
                      </a:r>
                      <a:r>
                        <a:rPr sz="1800" b="0" dirty="0">
                          <a:solidFill>
                            <a:srgbClr val="003366"/>
                          </a:solidFill>
                          <a:latin typeface="Lato"/>
                          <a:ea typeface="Lato"/>
                          <a:cs typeface="Lato"/>
                        </a:rPr>
                        <a:t> </a:t>
                      </a:r>
                      <a:r>
                        <a:rPr sz="1800" b="0" dirty="0" err="1">
                          <a:solidFill>
                            <a:srgbClr val="003366"/>
                          </a:solidFill>
                          <a:latin typeface="Lato"/>
                          <a:ea typeface="Lato"/>
                          <a:cs typeface="Lato"/>
                        </a:rPr>
                        <a:t>và</a:t>
                      </a:r>
                      <a:r>
                        <a:rPr sz="1800" b="0" dirty="0">
                          <a:solidFill>
                            <a:srgbClr val="003366"/>
                          </a:solidFill>
                          <a:latin typeface="Lato"/>
                          <a:ea typeface="Lato"/>
                          <a:cs typeface="Lato"/>
                        </a:rPr>
                        <a:t> </a:t>
                      </a:r>
                      <a:r>
                        <a:rPr sz="1800" b="0" dirty="0" err="1">
                          <a:solidFill>
                            <a:srgbClr val="003366"/>
                          </a:solidFill>
                          <a:latin typeface="Lato"/>
                          <a:ea typeface="Lato"/>
                          <a:cs typeface="Lato"/>
                        </a:rPr>
                        <a:t>số</a:t>
                      </a:r>
                      <a:r>
                        <a:rPr sz="1800" b="0" dirty="0">
                          <a:solidFill>
                            <a:srgbClr val="003366"/>
                          </a:solidFill>
                          <a:latin typeface="Lato"/>
                          <a:ea typeface="Lato"/>
                          <a:cs typeface="Lato"/>
                        </a:rPr>
                        <a:t> </a:t>
                      </a:r>
                      <a:r>
                        <a:rPr sz="1800" b="0" dirty="0" err="1">
                          <a:solidFill>
                            <a:srgbClr val="003366"/>
                          </a:solidFill>
                          <a:latin typeface="Lato"/>
                          <a:ea typeface="Lato"/>
                          <a:cs typeface="Lato"/>
                        </a:rPr>
                        <a:t>đo</a:t>
                      </a:r>
                      <a:endParaRPr sz="1800" b="0" dirty="0">
                        <a:solidFill>
                          <a:srgbClr val="003366"/>
                        </a:solidFill>
                        <a:latin typeface="Lato"/>
                        <a:ea typeface="Lato"/>
                        <a:cs typeface="Lato"/>
                      </a:endParaRPr>
                    </a:p>
                  </a:txBody>
                  <a:tcPr anchor="ctr">
                    <a:lnL w="9525" cap="flat" cmpd="sng" algn="ctr">
                      <a:solidFill>
                        <a:srgbClr val="003366"/>
                      </a:solidFill>
                      <a:prstDash val="solid"/>
                      <a:round/>
                      <a:headEnd type="none" w="med" len="med"/>
                      <a:tailEnd type="none" w="med" len="me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extLst>
                  <a:ext uri="{0D108BD9-81ED-4DB2-BD59-A6C34878D82A}">
                    <a16:rowId xmlns:a16="http://schemas.microsoft.com/office/drawing/2014/main" val="10002"/>
                  </a:ext>
                </a:extLst>
              </a:tr>
              <a:tr h="542925">
                <a:tc>
                  <a:txBody>
                    <a:bodyPr/>
                    <a:lstStyle/>
                    <a:p>
                      <a:r>
                        <a:rPr sz="1800" b="1">
                          <a:solidFill>
                            <a:srgbClr val="003366"/>
                          </a:solidFill>
                          <a:latin typeface="Lato"/>
                          <a:ea typeface="Lato"/>
                          <a:cs typeface="Lato"/>
                        </a:rPr>
                        <a:t>Bất thường tiếp diễn</a:t>
                      </a:r>
                    </a:p>
                  </a:txBody>
                  <a:tcPr anchor="ctr">
                    <a:lnL w="9525">
                      <a:solidFill>
                        <a:srgbClr val="003366"/>
                      </a:solidFill>
                      <a:prstDash val="soli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tc>
                  <a:txBody>
                    <a:bodyPr/>
                    <a:lstStyle/>
                    <a:p>
                      <a:r>
                        <a:rPr sz="1800" b="0" dirty="0" err="1">
                          <a:solidFill>
                            <a:srgbClr val="003366"/>
                          </a:solidFill>
                          <a:latin typeface="Lato"/>
                          <a:ea typeface="Lato"/>
                          <a:cs typeface="Lato"/>
                        </a:rPr>
                        <a:t>Cập</a:t>
                      </a:r>
                      <a:r>
                        <a:rPr sz="1800" b="0" dirty="0">
                          <a:solidFill>
                            <a:srgbClr val="003366"/>
                          </a:solidFill>
                          <a:latin typeface="Lato"/>
                          <a:ea typeface="Lato"/>
                          <a:cs typeface="Lato"/>
                        </a:rPr>
                        <a:t> </a:t>
                      </a:r>
                      <a:r>
                        <a:rPr sz="1800" b="0" dirty="0" err="1">
                          <a:solidFill>
                            <a:srgbClr val="003366"/>
                          </a:solidFill>
                          <a:latin typeface="Lato"/>
                          <a:ea typeface="Lato"/>
                          <a:cs typeface="Lato"/>
                        </a:rPr>
                        <a:t>nhật</a:t>
                      </a:r>
                      <a:r>
                        <a:rPr sz="1800" b="0" dirty="0">
                          <a:solidFill>
                            <a:srgbClr val="003366"/>
                          </a:solidFill>
                          <a:latin typeface="Lato"/>
                          <a:ea typeface="Lato"/>
                          <a:cs typeface="Lato"/>
                        </a:rPr>
                        <a:t> </a:t>
                      </a:r>
                      <a:r>
                        <a:rPr sz="1800" b="0" dirty="0" err="1">
                          <a:solidFill>
                            <a:srgbClr val="003366"/>
                          </a:solidFill>
                          <a:latin typeface="Lato"/>
                          <a:ea typeface="Lato"/>
                          <a:cs typeface="Lato"/>
                        </a:rPr>
                        <a:t>cùng</a:t>
                      </a:r>
                      <a:r>
                        <a:rPr sz="1800" b="0" dirty="0">
                          <a:solidFill>
                            <a:srgbClr val="003366"/>
                          </a:solidFill>
                          <a:latin typeface="Lato"/>
                          <a:ea typeface="Lato"/>
                          <a:cs typeface="Lato"/>
                        </a:rPr>
                        <a:t> </a:t>
                      </a:r>
                      <a:r>
                        <a:rPr sz="1800" b="0" dirty="0" err="1">
                          <a:solidFill>
                            <a:srgbClr val="003366"/>
                          </a:solidFill>
                          <a:latin typeface="Lato"/>
                          <a:ea typeface="Lato"/>
                          <a:cs typeface="Lato"/>
                        </a:rPr>
                        <a:t>một</a:t>
                      </a:r>
                      <a:r>
                        <a:rPr sz="1800" b="0" dirty="0">
                          <a:solidFill>
                            <a:srgbClr val="003366"/>
                          </a:solidFill>
                          <a:latin typeface="Lato"/>
                          <a:ea typeface="Lato"/>
                          <a:cs typeface="Lato"/>
                        </a:rPr>
                        <a:t> </a:t>
                      </a:r>
                      <a:r>
                        <a:rPr sz="1800" b="0" dirty="0" err="1">
                          <a:solidFill>
                            <a:srgbClr val="003366"/>
                          </a:solidFill>
                          <a:latin typeface="Lato"/>
                          <a:ea typeface="Lato"/>
                          <a:cs typeface="Lato"/>
                        </a:rPr>
                        <a:t>sự</a:t>
                      </a:r>
                      <a:r>
                        <a:rPr sz="1800" b="0" dirty="0">
                          <a:solidFill>
                            <a:srgbClr val="003366"/>
                          </a:solidFill>
                          <a:latin typeface="Lato"/>
                          <a:ea typeface="Lato"/>
                          <a:cs typeface="Lato"/>
                        </a:rPr>
                        <a:t> </a:t>
                      </a:r>
                      <a:r>
                        <a:rPr sz="1800" b="0" dirty="0" err="1">
                          <a:solidFill>
                            <a:srgbClr val="003366"/>
                          </a:solidFill>
                          <a:latin typeface="Lato"/>
                          <a:ea typeface="Lato"/>
                          <a:cs typeface="Lato"/>
                        </a:rPr>
                        <a:t>cố</a:t>
                      </a:r>
                      <a:endParaRPr sz="1800" b="0" dirty="0">
                        <a:solidFill>
                          <a:srgbClr val="003366"/>
                        </a:solidFill>
                        <a:latin typeface="Lato"/>
                        <a:ea typeface="Lato"/>
                        <a:cs typeface="Lato"/>
                      </a:endParaRPr>
                    </a:p>
                  </a:txBody>
                  <a:tcPr anchor="ctr">
                    <a:lnL w="9525" cap="flat" cmpd="sng" algn="ctr">
                      <a:solidFill>
                        <a:srgbClr val="003366"/>
                      </a:solidFill>
                      <a:prstDash val="solid"/>
                      <a:round/>
                      <a:headEnd type="none" w="med" len="med"/>
                      <a:tailEnd type="none" w="med" len="me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extLst>
                  <a:ext uri="{0D108BD9-81ED-4DB2-BD59-A6C34878D82A}">
                    <a16:rowId xmlns:a16="http://schemas.microsoft.com/office/drawing/2014/main" val="10003"/>
                  </a:ext>
                </a:extLst>
              </a:tr>
              <a:tr h="581025">
                <a:tc>
                  <a:txBody>
                    <a:bodyPr/>
                    <a:lstStyle/>
                    <a:p>
                      <a:r>
                        <a:rPr sz="1800" b="1">
                          <a:solidFill>
                            <a:srgbClr val="003366"/>
                          </a:solidFill>
                          <a:latin typeface="Lato"/>
                          <a:ea typeface="Lato"/>
                          <a:cs typeface="Lato"/>
                        </a:rPr>
                        <a:t>Chưa tiếp nhận</a:t>
                      </a:r>
                    </a:p>
                  </a:txBody>
                  <a:tcPr anchor="ctr">
                    <a:lnL w="9525">
                      <a:solidFill>
                        <a:srgbClr val="003366"/>
                      </a:solidFill>
                      <a:prstDash val="soli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tc>
                  <a:txBody>
                    <a:bodyPr/>
                    <a:lstStyle/>
                    <a:p>
                      <a:r>
                        <a:rPr sz="1800" b="0">
                          <a:solidFill>
                            <a:srgbClr val="003366"/>
                          </a:solidFill>
                          <a:latin typeface="Lato"/>
                          <a:ea typeface="Lato"/>
                          <a:cs typeface="Lato"/>
                        </a:rPr>
                        <a:t>Backend nhắc mỗi 10 giây khi sự cố còn hoạt động</a:t>
                      </a:r>
                    </a:p>
                  </a:txBody>
                  <a:tcPr anchor="ctr">
                    <a:lnL w="9525" cap="flat" cmpd="sng" algn="ctr">
                      <a:solidFill>
                        <a:srgbClr val="003366"/>
                      </a:solidFill>
                      <a:prstDash val="solid"/>
                      <a:round/>
                      <a:headEnd type="none" w="med" len="med"/>
                      <a:tailEnd type="none" w="med" len="me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extLst>
                  <a:ext uri="{0D108BD9-81ED-4DB2-BD59-A6C34878D82A}">
                    <a16:rowId xmlns:a16="http://schemas.microsoft.com/office/drawing/2014/main" val="10004"/>
                  </a:ext>
                </a:extLst>
              </a:tr>
              <a:tr h="542925">
                <a:tc>
                  <a:txBody>
                    <a:bodyPr/>
                    <a:lstStyle/>
                    <a:p>
                      <a:r>
                        <a:rPr sz="1800" b="1">
                          <a:solidFill>
                            <a:srgbClr val="003366"/>
                          </a:solidFill>
                          <a:latin typeface="Lato"/>
                          <a:ea typeface="Lato"/>
                          <a:cs typeface="Lato"/>
                        </a:rPr>
                        <a:t>Đã tiếp nhận</a:t>
                      </a:r>
                    </a:p>
                  </a:txBody>
                  <a:tcPr anchor="ctr">
                    <a:lnL w="9525">
                      <a:solidFill>
                        <a:srgbClr val="003366"/>
                      </a:solidFill>
                      <a:prstDash val="soli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tc>
                  <a:txBody>
                    <a:bodyPr/>
                    <a:lstStyle/>
                    <a:p>
                      <a:r>
                        <a:rPr sz="1800" b="0">
                          <a:solidFill>
                            <a:srgbClr val="003366"/>
                          </a:solidFill>
                          <a:latin typeface="Lato"/>
                          <a:ea typeface="Lato"/>
                          <a:cs typeface="Lato"/>
                        </a:rPr>
                        <a:t>Dừng nhắc cho người đó, tiếp tục theo dõi</a:t>
                      </a:r>
                    </a:p>
                  </a:txBody>
                  <a:tcPr anchor="ctr">
                    <a:lnL w="9525" cap="flat" cmpd="sng" algn="ctr">
                      <a:solidFill>
                        <a:srgbClr val="003366"/>
                      </a:solidFill>
                      <a:prstDash val="solid"/>
                      <a:round/>
                      <a:headEnd type="none" w="med" len="med"/>
                      <a:tailEnd type="none" w="med" len="me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extLst>
                  <a:ext uri="{0D108BD9-81ED-4DB2-BD59-A6C34878D82A}">
                    <a16:rowId xmlns:a16="http://schemas.microsoft.com/office/drawing/2014/main" val="10005"/>
                  </a:ext>
                </a:extLst>
              </a:tr>
              <a:tr h="542925">
                <a:tc>
                  <a:txBody>
                    <a:bodyPr/>
                    <a:lstStyle/>
                    <a:p>
                      <a:r>
                        <a:rPr sz="1800" b="1">
                          <a:solidFill>
                            <a:srgbClr val="003366"/>
                          </a:solidFill>
                          <a:latin typeface="Lato"/>
                          <a:ea typeface="Lato"/>
                          <a:cs typeface="Lato"/>
                        </a:rPr>
                        <a:t>Số đo ổn định trở lại</a:t>
                      </a:r>
                    </a:p>
                  </a:txBody>
                  <a:tcPr anchor="ctr">
                    <a:lnL w="9525">
                      <a:solidFill>
                        <a:srgbClr val="003366"/>
                      </a:solidFill>
                      <a:prstDash val="soli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tc>
                  <a:txBody>
                    <a:bodyPr/>
                    <a:lstStyle/>
                    <a:p>
                      <a:r>
                        <a:rPr sz="1800" b="0" dirty="0" err="1">
                          <a:solidFill>
                            <a:srgbClr val="003366"/>
                          </a:solidFill>
                          <a:latin typeface="Lato"/>
                          <a:ea typeface="Lato"/>
                          <a:cs typeface="Lato"/>
                        </a:rPr>
                        <a:t>Gửi</a:t>
                      </a:r>
                      <a:r>
                        <a:rPr sz="1800" b="0" dirty="0">
                          <a:solidFill>
                            <a:srgbClr val="003366"/>
                          </a:solidFill>
                          <a:latin typeface="Lato"/>
                          <a:ea typeface="Lato"/>
                          <a:cs typeface="Lato"/>
                        </a:rPr>
                        <a:t> </a:t>
                      </a:r>
                      <a:r>
                        <a:rPr sz="1800" b="0" dirty="0" err="1">
                          <a:solidFill>
                            <a:srgbClr val="003366"/>
                          </a:solidFill>
                          <a:latin typeface="Lato"/>
                          <a:ea typeface="Lato"/>
                          <a:cs typeface="Lato"/>
                        </a:rPr>
                        <a:t>một</a:t>
                      </a:r>
                      <a:r>
                        <a:rPr sz="1800" b="0" dirty="0">
                          <a:solidFill>
                            <a:srgbClr val="003366"/>
                          </a:solidFill>
                          <a:latin typeface="Lato"/>
                          <a:ea typeface="Lato"/>
                          <a:cs typeface="Lato"/>
                        </a:rPr>
                        <a:t> </a:t>
                      </a:r>
                      <a:r>
                        <a:rPr sz="1800" b="0" dirty="0" err="1">
                          <a:solidFill>
                            <a:srgbClr val="003366"/>
                          </a:solidFill>
                          <a:latin typeface="Lato"/>
                          <a:ea typeface="Lato"/>
                          <a:cs typeface="Lato"/>
                        </a:rPr>
                        <a:t>thông</a:t>
                      </a:r>
                      <a:r>
                        <a:rPr sz="1800" b="0" dirty="0">
                          <a:solidFill>
                            <a:srgbClr val="003366"/>
                          </a:solidFill>
                          <a:latin typeface="Lato"/>
                          <a:ea typeface="Lato"/>
                          <a:cs typeface="Lato"/>
                        </a:rPr>
                        <a:t> </a:t>
                      </a:r>
                      <a:r>
                        <a:rPr sz="1800" b="0" dirty="0" err="1">
                          <a:solidFill>
                            <a:srgbClr val="003366"/>
                          </a:solidFill>
                          <a:latin typeface="Lato"/>
                          <a:ea typeface="Lato"/>
                          <a:cs typeface="Lato"/>
                        </a:rPr>
                        <a:t>báo</a:t>
                      </a:r>
                      <a:r>
                        <a:rPr sz="1800" b="0" dirty="0">
                          <a:solidFill>
                            <a:srgbClr val="003366"/>
                          </a:solidFill>
                          <a:latin typeface="Lato"/>
                          <a:ea typeface="Lato"/>
                          <a:cs typeface="Lato"/>
                        </a:rPr>
                        <a:t> </a:t>
                      </a:r>
                      <a:r>
                        <a:rPr sz="1800" b="0" dirty="0" err="1">
                          <a:solidFill>
                            <a:srgbClr val="003366"/>
                          </a:solidFill>
                          <a:latin typeface="Lato"/>
                          <a:ea typeface="Lato"/>
                          <a:cs typeface="Lato"/>
                        </a:rPr>
                        <a:t>cập</a:t>
                      </a:r>
                      <a:r>
                        <a:rPr sz="1800" b="0" dirty="0">
                          <a:solidFill>
                            <a:srgbClr val="003366"/>
                          </a:solidFill>
                          <a:latin typeface="Lato"/>
                          <a:ea typeface="Lato"/>
                          <a:cs typeface="Lato"/>
                        </a:rPr>
                        <a:t> </a:t>
                      </a:r>
                      <a:r>
                        <a:rPr sz="1800" b="0" dirty="0" err="1">
                          <a:solidFill>
                            <a:srgbClr val="003366"/>
                          </a:solidFill>
                          <a:latin typeface="Lato"/>
                          <a:ea typeface="Lato"/>
                          <a:cs typeface="Lato"/>
                        </a:rPr>
                        <a:t>nhật</a:t>
                      </a:r>
                      <a:endParaRPr sz="1800" b="0" dirty="0">
                        <a:solidFill>
                          <a:srgbClr val="003366"/>
                        </a:solidFill>
                        <a:latin typeface="Lato"/>
                        <a:ea typeface="Lato"/>
                        <a:cs typeface="Lato"/>
                      </a:endParaRPr>
                    </a:p>
                  </a:txBody>
                  <a:tcPr anchor="ctr">
                    <a:lnL w="9525" cap="flat" cmpd="sng" algn="ctr">
                      <a:solidFill>
                        <a:srgbClr val="003366"/>
                      </a:solidFill>
                      <a:prstDash val="solid"/>
                      <a:round/>
                      <a:headEnd type="none" w="med" len="med"/>
                      <a:tailEnd type="none" w="med" len="me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8" name="Tiếp nhận không tự kết thúc sự cố hoặc tắt đèn/còi.">
            <a:extLst>
              <a:ext uri="{FF2B5EF4-FFF2-40B4-BE49-F238E27FC236}">
                <a16:creationId xmlns:a16="http://schemas.microsoft.com/office/drawing/2014/main" id="{CFB7C59A-FDCB-4B93-94B2-236FF4CBC29D}"/>
              </a:ext>
            </a:extLst>
          </p:cNvPr>
          <p:cNvSpPr>
            <a:spLocks noGrp="1"/>
          </p:cNvSpPr>
          <p:nvPr/>
        </p:nvSpPr>
        <p:spPr>
          <a:xfrm>
            <a:off x="609600" y="5762625"/>
            <a:ext cx="10972800" cy="304800"/>
          </a:xfrm>
          <a:prstGeom prst="rect">
            <a:avLst/>
          </a:prstGeom>
          <a:noFill/>
          <a:ln w="0">
            <a:noFill/>
          </a:ln>
        </p:spPr>
        <p:txBody>
          <a:bodyPr wrap="square" lIns="0" tIns="0" rIns="0" bIns="0" anchor="t">
            <a:noAutofit/>
          </a:bodyPr>
          <a:lstStyle>
            <a:defPPr algn="l">
              <a:defRPr sz="1800" b="1">
                <a:solidFill>
                  <a:srgbClr val="C00000"/>
                </a:solidFill>
                <a:latin typeface="Lato"/>
                <a:ea typeface="Lato"/>
                <a:cs typeface="Lato"/>
              </a:defRPr>
            </a:defPPr>
            <a:lvl1pPr algn="l">
              <a:buNone/>
              <a:defRPr sz="1800" b="1">
                <a:solidFill>
                  <a:srgbClr val="C00000"/>
                </a:solidFill>
                <a:latin typeface="Lato"/>
                <a:ea typeface="Lato"/>
                <a:cs typeface="Lato"/>
              </a:defRPr>
            </a:lvl1pPr>
            <a:lvl2pPr algn="l">
              <a:buNone/>
              <a:defRPr sz="1800" b="1">
                <a:solidFill>
                  <a:srgbClr val="C00000"/>
                </a:solidFill>
                <a:latin typeface="Lato"/>
                <a:ea typeface="Lato"/>
                <a:cs typeface="Lato"/>
              </a:defRPr>
            </a:lvl2pPr>
            <a:lvl3pPr algn="l">
              <a:buNone/>
              <a:defRPr sz="1800" b="1">
                <a:solidFill>
                  <a:srgbClr val="C00000"/>
                </a:solidFill>
                <a:latin typeface="Lato"/>
                <a:ea typeface="Lato"/>
                <a:cs typeface="Lato"/>
              </a:defRPr>
            </a:lvl3pPr>
            <a:lvl4pPr algn="l">
              <a:buNone/>
              <a:defRPr sz="1800" b="1">
                <a:solidFill>
                  <a:srgbClr val="C00000"/>
                </a:solidFill>
                <a:latin typeface="Lato"/>
                <a:ea typeface="Lato"/>
                <a:cs typeface="Lato"/>
              </a:defRPr>
            </a:lvl4pPr>
            <a:lvl5pPr algn="l">
              <a:buNone/>
              <a:defRPr sz="1800" b="1">
                <a:solidFill>
                  <a:srgbClr val="C00000"/>
                </a:solidFill>
                <a:latin typeface="Lato"/>
                <a:ea typeface="Lato"/>
                <a:cs typeface="Lato"/>
              </a:defRPr>
            </a:lvl5pPr>
            <a:lvl6pPr algn="l">
              <a:buNone/>
              <a:defRPr sz="1800" b="1">
                <a:solidFill>
                  <a:srgbClr val="C00000"/>
                </a:solidFill>
                <a:latin typeface="Lato"/>
                <a:ea typeface="Lato"/>
                <a:cs typeface="Lato"/>
              </a:defRPr>
            </a:lvl6pPr>
            <a:lvl7pPr algn="l">
              <a:buNone/>
              <a:defRPr sz="1800" b="1">
                <a:solidFill>
                  <a:srgbClr val="C00000"/>
                </a:solidFill>
                <a:latin typeface="Lato"/>
                <a:ea typeface="Lato"/>
                <a:cs typeface="Lato"/>
              </a:defRPr>
            </a:lvl7pPr>
            <a:lvl8pPr algn="l">
              <a:buNone/>
              <a:defRPr sz="1800" b="1">
                <a:solidFill>
                  <a:srgbClr val="C00000"/>
                </a:solidFill>
                <a:latin typeface="Lato"/>
                <a:ea typeface="Lato"/>
                <a:cs typeface="Lato"/>
              </a:defRPr>
            </a:lvl8pPr>
            <a:lvl9pPr algn="l">
              <a:buNone/>
              <a:defRPr sz="1800" b="1">
                <a:solidFill>
                  <a:srgbClr val="C00000"/>
                </a:solidFill>
                <a:latin typeface="Lato"/>
                <a:ea typeface="Lato"/>
                <a:cs typeface="Lato"/>
              </a:defRPr>
            </a:lvl9pPr>
          </a:lstStyle>
          <a:p>
            <a:pPr algn="l">
              <a:buNone/>
              <a:defRPr sz="1800" b="1">
                <a:solidFill>
                  <a:srgbClr val="C00000"/>
                </a:solidFill>
                <a:latin typeface="Lato"/>
                <a:ea typeface="Lato"/>
                <a:cs typeface="Lato"/>
              </a:defRPr>
            </a:pPr>
            <a:r>
              <a:rPr sz="1800" b="1">
                <a:solidFill>
                  <a:srgbClr val="C00000"/>
                </a:solidFill>
                <a:latin typeface="Lato"/>
                <a:ea typeface="Lato"/>
                <a:cs typeface="Lato"/>
              </a:rPr>
              <a:t>Tiếp nhận không tự kết thúc sự cố hoặc tắt đèn/còi.</a:t>
            </a:r>
          </a:p>
        </p:txBody>
      </p:sp>
      <p:pic>
        <p:nvPicPr>
          <p:cNvPr id="9" name="Picture 8">
            <a:extLst>
              <a:ext uri="{FF2B5EF4-FFF2-40B4-BE49-F238E27FC236}">
                <a16:creationId xmlns:a16="http://schemas.microsoft.com/office/drawing/2014/main" id="{8909B632-3357-4BC8-A042-970480C24FDA}"/>
              </a:ext>
            </a:extLst>
          </p:cNvPr>
          <p:cNvPicPr>
            <a:picLocks noChangeAspect="1"/>
          </p:cNvPicPr>
          <p:nvPr/>
        </p:nvPicPr>
        <p:blipFill>
          <a:blip r:embed="rId3"/>
          <a:srcRect l="5" r="5"/>
          <a:stretch>
            <a:fillRect/>
          </a:stretch>
        </p:blipFill>
        <p:spPr>
          <a:xfrm>
            <a:off x="304800" y="6229350"/>
            <a:ext cx="2971800" cy="344329"/>
          </a:xfrm>
          <a:prstGeom prst="rect">
            <a:avLst/>
          </a:prstGeom>
        </p:spPr>
      </p:pic>
      <p:cxnSp>
        <p:nvCxnSpPr>
          <p:cNvPr id="10" name="Đường chân trang theo mẫu">
            <a:extLst>
              <a:ext uri="{FF2B5EF4-FFF2-40B4-BE49-F238E27FC236}">
                <a16:creationId xmlns:a16="http://schemas.microsoft.com/office/drawing/2014/main" id="{271DA0E6-062D-4F73-8117-B104BAEC22AD}"/>
              </a:ext>
            </a:extLst>
          </p:cNvPr>
          <p:cNvCxnSpPr/>
          <p:nvPr/>
        </p:nvCxnSpPr>
        <p:spPr>
          <a:xfrm>
            <a:off x="3619500" y="6391275"/>
            <a:ext cx="8258175" cy="0"/>
          </a:xfrm>
          <a:prstGeom prst="straightConnector1">
            <a:avLst/>
          </a:prstGeom>
          <a:ln w="11906">
            <a:solidFill>
              <a:srgbClr val="C00000"/>
            </a:solidFill>
          </a:ln>
        </p:spPr>
      </p:cxnSp>
      <p:sp>
        <p:nvSpPr>
          <p:cNvPr id="11" name="3">
            <a:extLst>
              <a:ext uri="{FF2B5EF4-FFF2-40B4-BE49-F238E27FC236}">
                <a16:creationId xmlns:a16="http://schemas.microsoft.com/office/drawing/2014/main" id="{D1B03DB4-A934-44A2-9A79-A0D991571A3A}"/>
              </a:ext>
            </a:extLst>
          </p:cNvPr>
          <p:cNvSpPr>
            <a:spLocks noGrp="1"/>
          </p:cNvSpPr>
          <p:nvPr/>
        </p:nvSpPr>
        <p:spPr>
          <a:xfrm>
            <a:off x="11144250" y="6515100"/>
            <a:ext cx="666750" cy="247650"/>
          </a:xfrm>
          <a:prstGeom prst="rect">
            <a:avLst/>
          </a:prstGeom>
          <a:noFill/>
          <a:ln w="0">
            <a:noFill/>
          </a:ln>
        </p:spPr>
        <p:txBody>
          <a:bodyPr wrap="square" lIns="0" tIns="0" rIns="0" bIns="0" anchor="t">
            <a:noAutofit/>
          </a:bodyPr>
          <a:lstStyle>
            <a:defPPr algn="r">
              <a:defRPr sz="1200" b="0">
                <a:solidFill>
                  <a:srgbClr val="C00000"/>
                </a:solidFill>
                <a:latin typeface="Lato"/>
                <a:ea typeface="Lato"/>
                <a:cs typeface="Lato"/>
              </a:defRPr>
            </a:defPPr>
            <a:lvl1pPr algn="r">
              <a:buNone/>
              <a:defRPr sz="1200" b="0">
                <a:solidFill>
                  <a:srgbClr val="C00000"/>
                </a:solidFill>
                <a:latin typeface="Lato"/>
                <a:ea typeface="Lato"/>
                <a:cs typeface="Lato"/>
              </a:defRPr>
            </a:lvl1pPr>
            <a:lvl2pPr algn="r">
              <a:buNone/>
              <a:defRPr sz="1200" b="0">
                <a:solidFill>
                  <a:srgbClr val="C00000"/>
                </a:solidFill>
                <a:latin typeface="Lato"/>
                <a:ea typeface="Lato"/>
                <a:cs typeface="Lato"/>
              </a:defRPr>
            </a:lvl2pPr>
            <a:lvl3pPr algn="r">
              <a:buNone/>
              <a:defRPr sz="1200" b="0">
                <a:solidFill>
                  <a:srgbClr val="C00000"/>
                </a:solidFill>
                <a:latin typeface="Lato"/>
                <a:ea typeface="Lato"/>
                <a:cs typeface="Lato"/>
              </a:defRPr>
            </a:lvl3pPr>
            <a:lvl4pPr algn="r">
              <a:buNone/>
              <a:defRPr sz="1200" b="0">
                <a:solidFill>
                  <a:srgbClr val="C00000"/>
                </a:solidFill>
                <a:latin typeface="Lato"/>
                <a:ea typeface="Lato"/>
                <a:cs typeface="Lato"/>
              </a:defRPr>
            </a:lvl4pPr>
            <a:lvl5pPr algn="r">
              <a:buNone/>
              <a:defRPr sz="1200" b="0">
                <a:solidFill>
                  <a:srgbClr val="C00000"/>
                </a:solidFill>
                <a:latin typeface="Lato"/>
                <a:ea typeface="Lato"/>
                <a:cs typeface="Lato"/>
              </a:defRPr>
            </a:lvl5pPr>
            <a:lvl6pPr algn="r">
              <a:buNone/>
              <a:defRPr sz="1200" b="0">
                <a:solidFill>
                  <a:srgbClr val="C00000"/>
                </a:solidFill>
                <a:latin typeface="Lato"/>
                <a:ea typeface="Lato"/>
                <a:cs typeface="Lato"/>
              </a:defRPr>
            </a:lvl6pPr>
            <a:lvl7pPr algn="r">
              <a:buNone/>
              <a:defRPr sz="1200" b="0">
                <a:solidFill>
                  <a:srgbClr val="C00000"/>
                </a:solidFill>
                <a:latin typeface="Lato"/>
                <a:ea typeface="Lato"/>
                <a:cs typeface="Lato"/>
              </a:defRPr>
            </a:lvl7pPr>
            <a:lvl8pPr algn="r">
              <a:buNone/>
              <a:defRPr sz="1200" b="0">
                <a:solidFill>
                  <a:srgbClr val="C00000"/>
                </a:solidFill>
                <a:latin typeface="Lato"/>
                <a:ea typeface="Lato"/>
                <a:cs typeface="Lato"/>
              </a:defRPr>
            </a:lvl8pPr>
            <a:lvl9pPr algn="r">
              <a:buNone/>
              <a:defRPr sz="1200" b="0">
                <a:solidFill>
                  <a:srgbClr val="C00000"/>
                </a:solidFill>
                <a:latin typeface="Lato"/>
                <a:ea typeface="Lato"/>
                <a:cs typeface="Lato"/>
              </a:defRPr>
            </a:lvl9pPr>
          </a:lstStyle>
          <a:p>
            <a:pPr algn="r">
              <a:buNone/>
              <a:defRPr sz="1200" b="0">
                <a:solidFill>
                  <a:srgbClr val="C00000"/>
                </a:solidFill>
                <a:latin typeface="Lato"/>
                <a:ea typeface="Lato"/>
                <a:cs typeface="Lato"/>
              </a:defRPr>
            </a:pPr>
            <a:r>
              <a:rPr sz="1200" b="0">
                <a:solidFill>
                  <a:srgbClr val="C00000"/>
                </a:solidFill>
                <a:latin typeface="Lato"/>
                <a:ea typeface="Lato"/>
                <a:cs typeface="Lato"/>
              </a:rPr>
              <a:t>8</a:t>
            </a:r>
          </a:p>
        </p:txBody>
      </p:sp>
      <p:sp>
        <p:nvSpPr>
          <p:cNvPr id="13" name="3.1    Yêu cầu và chính sách thông báo">
            <a:extLst>
              <a:ext uri="{FF2B5EF4-FFF2-40B4-BE49-F238E27FC236}">
                <a16:creationId xmlns:a16="http://schemas.microsoft.com/office/drawing/2014/main" id="{1594AB9D-7A90-4FA8-B1D3-145AB0086A6B}"/>
              </a:ext>
            </a:extLst>
          </p:cNvPr>
          <p:cNvSpPr>
            <a:spLocks noGrp="1"/>
          </p:cNvSpPr>
          <p:nvPr/>
        </p:nvSpPr>
        <p:spPr>
          <a:xfrm>
            <a:off x="381000" y="1009650"/>
            <a:ext cx="11239500" cy="409575"/>
          </a:xfrm>
          <a:prstGeom prst="rect">
            <a:avLst/>
          </a:prstGeom>
          <a:noFill/>
          <a:ln w="0">
            <a:noFill/>
          </a:ln>
        </p:spPr>
        <p:txBody>
          <a:bodyPr wrap="square" lIns="0" tIns="0" rIns="0" bIns="0" anchor="t">
            <a:noAutofit/>
          </a:bodyPr>
          <a:lstStyle>
            <a:defPPr algn="l">
              <a:defRPr sz="2400" b="1">
                <a:solidFill>
                  <a:srgbClr val="003366"/>
                </a:solidFill>
                <a:latin typeface="Lato"/>
                <a:ea typeface="Lato"/>
                <a:cs typeface="Lato"/>
              </a:defRPr>
            </a:defPPr>
            <a:lvl1pPr algn="l">
              <a:defRPr sz="2400" b="1">
                <a:solidFill>
                  <a:srgbClr val="003366"/>
                </a:solidFill>
                <a:latin typeface="Lato"/>
                <a:ea typeface="Lato"/>
                <a:cs typeface="Lato"/>
              </a:defRPr>
            </a:lvl1pPr>
            <a:lvl2pPr algn="l">
              <a:defRPr sz="2400" b="1">
                <a:solidFill>
                  <a:srgbClr val="003366"/>
                </a:solidFill>
                <a:latin typeface="Lato"/>
                <a:ea typeface="Lato"/>
                <a:cs typeface="Lato"/>
              </a:defRPr>
            </a:lvl2pPr>
            <a:lvl3pPr algn="l">
              <a:defRPr sz="2400" b="1">
                <a:solidFill>
                  <a:srgbClr val="003366"/>
                </a:solidFill>
                <a:latin typeface="Lato"/>
                <a:ea typeface="Lato"/>
                <a:cs typeface="Lato"/>
              </a:defRPr>
            </a:lvl3pPr>
            <a:lvl4pPr algn="l">
              <a:defRPr sz="2400" b="1">
                <a:solidFill>
                  <a:srgbClr val="003366"/>
                </a:solidFill>
                <a:latin typeface="Lato"/>
                <a:ea typeface="Lato"/>
                <a:cs typeface="Lato"/>
              </a:defRPr>
            </a:lvl4pPr>
            <a:lvl5pPr algn="l">
              <a:defRPr sz="2400" b="1">
                <a:solidFill>
                  <a:srgbClr val="003366"/>
                </a:solidFill>
                <a:latin typeface="Lato"/>
                <a:ea typeface="Lato"/>
                <a:cs typeface="Lato"/>
              </a:defRPr>
            </a:lvl5pPr>
            <a:lvl6pPr algn="l">
              <a:defRPr sz="2400" b="1">
                <a:solidFill>
                  <a:srgbClr val="003366"/>
                </a:solidFill>
                <a:latin typeface="Lato"/>
                <a:ea typeface="Lato"/>
                <a:cs typeface="Lato"/>
              </a:defRPr>
            </a:lvl6pPr>
            <a:lvl7pPr algn="l">
              <a:defRPr sz="2400" b="1">
                <a:solidFill>
                  <a:srgbClr val="003366"/>
                </a:solidFill>
                <a:latin typeface="Lato"/>
                <a:ea typeface="Lato"/>
                <a:cs typeface="Lato"/>
              </a:defRPr>
            </a:lvl7pPr>
            <a:lvl8pPr algn="l">
              <a:defRPr sz="2400" b="1">
                <a:solidFill>
                  <a:srgbClr val="003366"/>
                </a:solidFill>
                <a:latin typeface="Lato"/>
                <a:ea typeface="Lato"/>
                <a:cs typeface="Lato"/>
              </a:defRPr>
            </a:lvl8pPr>
            <a:lvl9pPr algn="l">
              <a:defRPr sz="2400" b="1">
                <a:solidFill>
                  <a:srgbClr val="003366"/>
                </a:solidFill>
                <a:latin typeface="Lato"/>
                <a:ea typeface="Lato"/>
                <a:cs typeface="Lato"/>
              </a:defRPr>
            </a:lvl9pPr>
          </a:lstStyle>
          <a:p>
            <a:pPr algn="l">
              <a:defRPr sz="2400" b="1">
                <a:solidFill>
                  <a:srgbClr val="003366"/>
                </a:solidFill>
                <a:latin typeface="Lato"/>
                <a:ea typeface="Lato"/>
                <a:cs typeface="Lato"/>
              </a:defRPr>
            </a:pPr>
            <a:r>
              <a:rPr sz="2400" b="1">
                <a:solidFill>
                  <a:srgbClr val="003366"/>
                </a:solidFill>
                <a:latin typeface="Lato"/>
                <a:ea typeface="Lato"/>
                <a:cs typeface="Lato"/>
              </a:rPr>
              <a:t>3.1    Yêu cầu và chính sách thông báo</a:t>
            </a:r>
          </a:p>
        </p:txBody>
      </p:sp>
    </p:spTree>
    <p:extLst>
      <p:ext uri="{BB962C8B-B14F-4D97-AF65-F5344CB8AC3E}">
        <p14:creationId xmlns:p14="http://schemas.microsoft.com/office/powerpoint/2010/main" val="1541645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Google Shape;176;p8">
            <a:extLst>
              <a:ext uri="{FF2B5EF4-FFF2-40B4-BE49-F238E27FC236}">
                <a16:creationId xmlns:a16="http://schemas.microsoft.com/office/drawing/2014/main" id="{4E598D0C-7662-40A6-B0E5-57249D51781C}"/>
              </a:ext>
            </a:extLst>
          </p:cNvPr>
          <p:cNvSpPr>
            <a:spLocks noGrp="1"/>
          </p:cNvSpPr>
          <p:nvPr/>
        </p:nvSpPr>
        <p:spPr>
          <a:xfrm>
            <a:off x="287868" y="260081"/>
            <a:ext cx="660399" cy="527140"/>
          </a:xfrm>
          <a:prstGeom prst="rect">
            <a:avLst/>
          </a:prstGeom>
          <a:solidFill>
            <a:srgbClr val="C00000"/>
          </a:solidFill>
          <a:ln>
            <a:noFill/>
          </a:ln>
        </p:spPr>
        <p:txBody>
          <a:bodyPr spcFirstLastPara="1" wrap="square" lIns="91425" tIns="45700" rIns="91425" bIns="45700" anchor="t">
            <a:noAutofit/>
          </a:bodyPr>
          <a:lstStyle/>
          <a:p>
            <a:pPr marL="0" marR="0" lvl="0" indent="0" algn="ctr">
              <a:lnSpc>
                <a:spcPct val="90000"/>
              </a:lnSpc>
              <a:spcBef>
                <a:spcPts val="0"/>
              </a:spcBef>
              <a:spcAft>
                <a:spcPts val="0"/>
              </a:spcAft>
              <a:buClr>
                <a:schemeClr val="lt1"/>
              </a:buClr>
              <a:buSzPts val="3200"/>
              <a:buFont typeface="Lato"/>
              <a:buNone/>
            </a:pPr>
            <a:r>
              <a:rPr sz="3200" b="1" i="0" u="none" strike="noStrike" cap="none">
                <a:solidFill>
                  <a:schemeClr val="lt1"/>
                </a:solidFill>
                <a:latin typeface="Lato"/>
                <a:ea typeface="Lato"/>
                <a:cs typeface="Lato"/>
              </a:rPr>
              <a:t>3</a:t>
            </a:r>
            <a:endParaRPr/>
          </a:p>
        </p:txBody>
      </p:sp>
      <p:sp>
        <p:nvSpPr>
          <p:cNvPr id="2" name="Google Shape;181;p8">
            <a:extLst>
              <a:ext uri="{FF2B5EF4-FFF2-40B4-BE49-F238E27FC236}">
                <a16:creationId xmlns:a16="http://schemas.microsoft.com/office/drawing/2014/main" id="{A57C218D-4CE3-4159-94BD-1BD06BEC562F}"/>
              </a:ext>
            </a:extLst>
          </p:cNvPr>
          <p:cNvSpPr>
            <a:spLocks noGrp="1"/>
          </p:cNvSpPr>
          <p:nvPr/>
        </p:nvSpPr>
        <p:spPr>
          <a:xfrm>
            <a:off x="1032933" y="230370"/>
            <a:ext cx="10668000" cy="523173"/>
          </a:xfrm>
          <a:prstGeom prst="rect">
            <a:avLst/>
          </a:prstGeom>
          <a:noFill/>
          <a:ln>
            <a:noFill/>
          </a:ln>
        </p:spPr>
        <p:txBody>
          <a:bodyPr spcFirstLastPara="1" wrap="square" lIns="91425" tIns="45700" rIns="91425" bIns="45700" anchor="t">
            <a:noAutofit/>
          </a:bodyPr>
          <a:lstStyle/>
          <a:p>
            <a:pPr marL="0" marR="0" lvl="0" indent="0" algn="l">
              <a:lnSpc>
                <a:spcPct val="90000"/>
              </a:lnSpc>
              <a:spcBef>
                <a:spcPts val="0"/>
              </a:spcBef>
              <a:spcAft>
                <a:spcPts val="0"/>
              </a:spcAft>
              <a:buClr>
                <a:srgbClr val="003366"/>
              </a:buClr>
              <a:buSzPts val="3200"/>
              <a:buFont typeface="Lato"/>
              <a:buNone/>
            </a:pPr>
            <a:r>
              <a:rPr sz="3200" b="1" i="0" u="none" strike="noStrike" cap="none">
                <a:solidFill>
                  <a:srgbClr val="003366"/>
                </a:solidFill>
                <a:latin typeface="Lato"/>
                <a:ea typeface="Lato"/>
                <a:cs typeface="Lato"/>
              </a:rPr>
              <a:t>CẢNH BÁO VÀ BẢO MẬT</a:t>
            </a:r>
            <a:endParaRPr/>
          </a:p>
        </p:txBody>
      </p:sp>
      <p:cxnSp>
        <p:nvCxnSpPr>
          <p:cNvPr id="3" name="Google Shape;182;p8">
            <a:extLst>
              <a:ext uri="{FF2B5EF4-FFF2-40B4-BE49-F238E27FC236}">
                <a16:creationId xmlns:a16="http://schemas.microsoft.com/office/drawing/2014/main" id="{99B33AEB-67D0-4192-B78E-3F3879FD0E51}"/>
              </a:ext>
            </a:extLst>
          </p:cNvPr>
          <p:cNvCxnSpPr/>
          <p:nvPr/>
        </p:nvCxnSpPr>
        <p:spPr>
          <a:xfrm rot="10800000" flipH="1">
            <a:off x="1134533" y="753543"/>
            <a:ext cx="3976827" cy="1144"/>
          </a:xfrm>
          <a:prstGeom prst="straightConnector1">
            <a:avLst/>
          </a:prstGeom>
          <a:ln w="38100" cap="flat">
            <a:solidFill>
              <a:srgbClr val="C00000"/>
            </a:solidFill>
            <a:prstDash val="solid"/>
            <a:miter/>
            <a:headEnd type="none" w="sm" len="sm"/>
            <a:tailEnd type="none" w="sm" len="sm"/>
          </a:ln>
        </p:spPr>
      </p:cxnSp>
      <p:graphicFrame>
        <p:nvGraphicFramePr>
          <p:cNvPr id="4" name="Table 3">
            <a:extLst>
              <a:ext uri="{FF2B5EF4-FFF2-40B4-BE49-F238E27FC236}">
                <a16:creationId xmlns:a16="http://schemas.microsoft.com/office/drawing/2014/main" id="{F6C22CD7-8875-4651-931A-A564019C2FCD}"/>
              </a:ext>
            </a:extLst>
          </p:cNvPr>
          <p:cNvGraphicFramePr/>
          <p:nvPr/>
        </p:nvGraphicFramePr>
        <p:xfrm>
          <a:off x="609600" y="1543050"/>
          <a:ext cx="10972800" cy="2952750"/>
        </p:xfrm>
        <a:graphic>
          <a:graphicData uri="http://schemas.openxmlformats.org/drawingml/2006/table">
            <a:tbl>
              <a:tblPr/>
              <a:tblGrid>
                <a:gridCol w="2809875">
                  <a:extLst>
                    <a:ext uri="{9D8B030D-6E8A-4147-A177-3AD203B41FA5}">
                      <a16:colId xmlns:a16="http://schemas.microsoft.com/office/drawing/2014/main" val="20000"/>
                    </a:ext>
                  </a:extLst>
                </a:gridCol>
                <a:gridCol w="8162925">
                  <a:extLst>
                    <a:ext uri="{9D8B030D-6E8A-4147-A177-3AD203B41FA5}">
                      <a16:colId xmlns:a16="http://schemas.microsoft.com/office/drawing/2014/main" val="20001"/>
                    </a:ext>
                  </a:extLst>
                </a:gridCol>
              </a:tblGrid>
              <a:tr h="476250">
                <a:tc>
                  <a:txBody>
                    <a:bodyPr/>
                    <a:lstStyle/>
                    <a:p>
                      <a:r>
                        <a:rPr sz="1950" b="1" dirty="0" err="1">
                          <a:solidFill>
                            <a:srgbClr val="FFFFFF"/>
                          </a:solidFill>
                          <a:latin typeface="Lato"/>
                          <a:ea typeface="Lato"/>
                          <a:cs typeface="Lato"/>
                        </a:rPr>
                        <a:t>Vai</a:t>
                      </a:r>
                      <a:r>
                        <a:rPr sz="1950" b="1" dirty="0">
                          <a:solidFill>
                            <a:srgbClr val="FFFFFF"/>
                          </a:solidFill>
                          <a:latin typeface="Lato"/>
                          <a:ea typeface="Lato"/>
                          <a:cs typeface="Lato"/>
                        </a:rPr>
                        <a:t> </a:t>
                      </a:r>
                      <a:r>
                        <a:rPr sz="1950" b="1" dirty="0" err="1">
                          <a:solidFill>
                            <a:srgbClr val="FFFFFF"/>
                          </a:solidFill>
                          <a:latin typeface="Lato"/>
                          <a:ea typeface="Lato"/>
                          <a:cs typeface="Lato"/>
                        </a:rPr>
                        <a:t>trò</a:t>
                      </a:r>
                      <a:endParaRPr sz="1950" b="1" dirty="0">
                        <a:solidFill>
                          <a:srgbClr val="FFFFFF"/>
                        </a:solidFill>
                        <a:latin typeface="Lato"/>
                        <a:ea typeface="Lato"/>
                        <a:cs typeface="Lato"/>
                      </a:endParaRPr>
                    </a:p>
                  </a:txBody>
                  <a:tcPr anchor="ctr">
                    <a:lnL w="9525">
                      <a:solidFill>
                        <a:srgbClr val="003366"/>
                      </a:solidFill>
                      <a:prstDash val="solid"/>
                    </a:lnL>
                    <a:lnR w="9525">
                      <a:solidFill>
                        <a:srgbClr val="003366"/>
                      </a:solidFill>
                      <a:prstDash val="solid"/>
                    </a:lnR>
                    <a:lnT w="9525">
                      <a:solidFill>
                        <a:srgbClr val="003366"/>
                      </a:solidFill>
                      <a:prstDash val="solid"/>
                    </a:lnT>
                    <a:lnB w="9525">
                      <a:solidFill>
                        <a:srgbClr val="003366"/>
                      </a:solidFill>
                      <a:prstDash val="solid"/>
                    </a:lnB>
                    <a:solidFill>
                      <a:srgbClr val="003366"/>
                    </a:solidFill>
                  </a:tcPr>
                </a:tc>
                <a:tc>
                  <a:txBody>
                    <a:bodyPr/>
                    <a:lstStyle/>
                    <a:p>
                      <a:r>
                        <a:rPr sz="1950" b="1" dirty="0" err="1">
                          <a:solidFill>
                            <a:srgbClr val="FFFFFF"/>
                          </a:solidFill>
                          <a:latin typeface="Lato"/>
                          <a:ea typeface="Lato"/>
                          <a:cs typeface="Lato"/>
                        </a:rPr>
                        <a:t>Quyền</a:t>
                      </a:r>
                      <a:r>
                        <a:rPr sz="1950" b="1" dirty="0">
                          <a:solidFill>
                            <a:srgbClr val="FFFFFF"/>
                          </a:solidFill>
                          <a:latin typeface="Lato"/>
                          <a:ea typeface="Lato"/>
                          <a:cs typeface="Lato"/>
                        </a:rPr>
                        <a:t> </a:t>
                      </a:r>
                      <a:r>
                        <a:rPr sz="1950" b="1" dirty="0" err="1">
                          <a:solidFill>
                            <a:srgbClr val="FFFFFF"/>
                          </a:solidFill>
                          <a:latin typeface="Lato"/>
                          <a:ea typeface="Lato"/>
                          <a:cs typeface="Lato"/>
                        </a:rPr>
                        <a:t>và</a:t>
                      </a:r>
                      <a:r>
                        <a:rPr sz="1950" b="1" dirty="0">
                          <a:solidFill>
                            <a:srgbClr val="FFFFFF"/>
                          </a:solidFill>
                          <a:latin typeface="Lato"/>
                          <a:ea typeface="Lato"/>
                          <a:cs typeface="Lato"/>
                        </a:rPr>
                        <a:t> </a:t>
                      </a:r>
                      <a:r>
                        <a:rPr sz="1950" b="1" dirty="0" err="1">
                          <a:solidFill>
                            <a:srgbClr val="FFFFFF"/>
                          </a:solidFill>
                          <a:latin typeface="Lato"/>
                          <a:ea typeface="Lato"/>
                          <a:cs typeface="Lato"/>
                        </a:rPr>
                        <a:t>phạm</a:t>
                      </a:r>
                      <a:r>
                        <a:rPr sz="1950" b="1" dirty="0">
                          <a:solidFill>
                            <a:srgbClr val="FFFFFF"/>
                          </a:solidFill>
                          <a:latin typeface="Lato"/>
                          <a:ea typeface="Lato"/>
                          <a:cs typeface="Lato"/>
                        </a:rPr>
                        <a:t> vi</a:t>
                      </a:r>
                    </a:p>
                  </a:txBody>
                  <a:tcPr anchor="ctr">
                    <a:lnL w="9525" cap="flat" cmpd="sng" algn="ctr">
                      <a:solidFill>
                        <a:srgbClr val="003366"/>
                      </a:solidFill>
                      <a:prstDash val="solid"/>
                      <a:round/>
                      <a:headEnd type="none" w="med" len="med"/>
                      <a:tailEnd type="none" w="med" len="med"/>
                    </a:lnL>
                    <a:lnR w="9525">
                      <a:solidFill>
                        <a:srgbClr val="003366"/>
                      </a:solidFill>
                      <a:prstDash val="solid"/>
                    </a:lnR>
                    <a:lnT w="9525">
                      <a:solidFill>
                        <a:srgbClr val="003366"/>
                      </a:solidFill>
                      <a:prstDash val="solid"/>
                    </a:lnT>
                    <a:lnB w="9525">
                      <a:solidFill>
                        <a:srgbClr val="003366"/>
                      </a:solidFill>
                      <a:prstDash val="solid"/>
                    </a:lnB>
                    <a:solidFill>
                      <a:srgbClr val="003366"/>
                    </a:solidFill>
                  </a:tcPr>
                </a:tc>
                <a:extLst>
                  <a:ext uri="{0D108BD9-81ED-4DB2-BD59-A6C34878D82A}">
                    <a16:rowId xmlns:a16="http://schemas.microsoft.com/office/drawing/2014/main" val="10000"/>
                  </a:ext>
                </a:extLst>
              </a:tr>
              <a:tr h="857250">
                <a:tc>
                  <a:txBody>
                    <a:bodyPr/>
                    <a:lstStyle/>
                    <a:p>
                      <a:r>
                        <a:rPr sz="1950" b="1" dirty="0" err="1">
                          <a:solidFill>
                            <a:srgbClr val="003366"/>
                          </a:solidFill>
                          <a:latin typeface="Lato"/>
                          <a:ea typeface="Lato"/>
                          <a:cs typeface="Lato"/>
                        </a:rPr>
                        <a:t>Quản</a:t>
                      </a:r>
                      <a:r>
                        <a:rPr sz="1950" b="1" dirty="0">
                          <a:solidFill>
                            <a:srgbClr val="003366"/>
                          </a:solidFill>
                          <a:latin typeface="Lato"/>
                          <a:ea typeface="Lato"/>
                          <a:cs typeface="Lato"/>
                        </a:rPr>
                        <a:t> </a:t>
                      </a:r>
                      <a:r>
                        <a:rPr sz="1950" b="1" dirty="0" err="1">
                          <a:solidFill>
                            <a:srgbClr val="003366"/>
                          </a:solidFill>
                          <a:latin typeface="Lato"/>
                          <a:ea typeface="Lato"/>
                          <a:cs typeface="Lato"/>
                        </a:rPr>
                        <a:t>trị</a:t>
                      </a:r>
                      <a:r>
                        <a:rPr sz="1950" b="1" dirty="0">
                          <a:solidFill>
                            <a:srgbClr val="003366"/>
                          </a:solidFill>
                          <a:latin typeface="Lato"/>
                          <a:ea typeface="Lato"/>
                          <a:cs typeface="Lato"/>
                        </a:rPr>
                        <a:t> </a:t>
                      </a:r>
                      <a:r>
                        <a:rPr sz="1950" b="1" dirty="0" err="1">
                          <a:solidFill>
                            <a:srgbClr val="003366"/>
                          </a:solidFill>
                          <a:latin typeface="Lato"/>
                          <a:ea typeface="Lato"/>
                          <a:cs typeface="Lato"/>
                        </a:rPr>
                        <a:t>viên</a:t>
                      </a:r>
                      <a:endParaRPr sz="1950" b="1" dirty="0">
                        <a:solidFill>
                          <a:srgbClr val="003366"/>
                        </a:solidFill>
                        <a:latin typeface="Lato"/>
                        <a:ea typeface="Lato"/>
                        <a:cs typeface="Lato"/>
                      </a:endParaRPr>
                    </a:p>
                  </a:txBody>
                  <a:tcPr anchor="ctr">
                    <a:lnL w="9525">
                      <a:solidFill>
                        <a:srgbClr val="003366"/>
                      </a:solidFill>
                      <a:prstDash val="soli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tc>
                  <a:txBody>
                    <a:bodyPr/>
                    <a:lstStyle/>
                    <a:p>
                      <a:r>
                        <a:rPr sz="1950" b="0">
                          <a:solidFill>
                            <a:srgbClr val="003366"/>
                          </a:solidFill>
                          <a:latin typeface="Lato"/>
                          <a:ea typeface="Lato"/>
                          <a:cs typeface="Lato"/>
                        </a:rPr>
                        <a:t>Quản trị kỹ thuật, tài khoản, thiết bị</a:t>
                      </a:r>
                    </a:p>
                    <a:p>
                      <a:r>
                        <a:rPr sz="1950" b="0">
                          <a:solidFill>
                            <a:srgbClr val="003366"/>
                          </a:solidFill>
                          <a:latin typeface="Lato"/>
                          <a:ea typeface="Lato"/>
                          <a:cs typeface="Lato"/>
                        </a:rPr>
                        <a:t>và tiếp nhận sự cố toàn hệ thống</a:t>
                      </a:r>
                    </a:p>
                  </a:txBody>
                  <a:tcPr anchor="ctr">
                    <a:lnL w="9525" cap="flat" cmpd="sng" algn="ctr">
                      <a:solidFill>
                        <a:srgbClr val="003366"/>
                      </a:solidFill>
                      <a:prstDash val="solid"/>
                      <a:round/>
                      <a:headEnd type="none" w="med" len="med"/>
                      <a:tailEnd type="none" w="med" len="me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extLst>
                  <a:ext uri="{0D108BD9-81ED-4DB2-BD59-A6C34878D82A}">
                    <a16:rowId xmlns:a16="http://schemas.microsoft.com/office/drawing/2014/main" val="10001"/>
                  </a:ext>
                </a:extLst>
              </a:tr>
              <a:tr h="904875">
                <a:tc>
                  <a:txBody>
                    <a:bodyPr/>
                    <a:lstStyle/>
                    <a:p>
                      <a:r>
                        <a:rPr sz="1950" b="1">
                          <a:solidFill>
                            <a:srgbClr val="003366"/>
                          </a:solidFill>
                          <a:latin typeface="Lato"/>
                          <a:ea typeface="Lato"/>
                          <a:cs typeface="Lato"/>
                        </a:rPr>
                        <a:t>Chủ trọ</a:t>
                      </a:r>
                    </a:p>
                  </a:txBody>
                  <a:tcPr anchor="ctr">
                    <a:lnL w="9525">
                      <a:solidFill>
                        <a:srgbClr val="003366"/>
                      </a:solidFill>
                      <a:prstDash val="soli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tc>
                  <a:txBody>
                    <a:bodyPr/>
                    <a:lstStyle/>
                    <a:p>
                      <a:r>
                        <a:rPr sz="1950" b="0" dirty="0" err="1">
                          <a:solidFill>
                            <a:srgbClr val="003366"/>
                          </a:solidFill>
                          <a:latin typeface="Lato"/>
                          <a:ea typeface="Lato"/>
                          <a:cs typeface="Lato"/>
                        </a:rPr>
                        <a:t>Quản</a:t>
                      </a:r>
                      <a:r>
                        <a:rPr sz="1950" b="0" dirty="0">
                          <a:solidFill>
                            <a:srgbClr val="003366"/>
                          </a:solidFill>
                          <a:latin typeface="Lato"/>
                          <a:ea typeface="Lato"/>
                          <a:cs typeface="Lato"/>
                        </a:rPr>
                        <a:t> </a:t>
                      </a:r>
                      <a:r>
                        <a:rPr sz="1950" b="0" dirty="0" err="1">
                          <a:solidFill>
                            <a:srgbClr val="003366"/>
                          </a:solidFill>
                          <a:latin typeface="Lato"/>
                          <a:ea typeface="Lato"/>
                          <a:cs typeface="Lato"/>
                        </a:rPr>
                        <a:t>lý</a:t>
                      </a:r>
                      <a:r>
                        <a:rPr sz="1950" b="0" dirty="0">
                          <a:solidFill>
                            <a:srgbClr val="003366"/>
                          </a:solidFill>
                          <a:latin typeface="Lato"/>
                          <a:ea typeface="Lato"/>
                          <a:cs typeface="Lato"/>
                        </a:rPr>
                        <a:t>, </a:t>
                      </a:r>
                      <a:r>
                        <a:rPr sz="1950" b="0" dirty="0" err="1">
                          <a:solidFill>
                            <a:srgbClr val="003366"/>
                          </a:solidFill>
                          <a:latin typeface="Lato"/>
                          <a:ea typeface="Lato"/>
                          <a:cs typeface="Lato"/>
                        </a:rPr>
                        <a:t>cấu</a:t>
                      </a:r>
                      <a:r>
                        <a:rPr sz="1950" b="0" dirty="0">
                          <a:solidFill>
                            <a:srgbClr val="003366"/>
                          </a:solidFill>
                          <a:latin typeface="Lato"/>
                          <a:ea typeface="Lato"/>
                          <a:cs typeface="Lato"/>
                        </a:rPr>
                        <a:t> </a:t>
                      </a:r>
                      <a:r>
                        <a:rPr sz="1950" b="0" dirty="0" err="1">
                          <a:solidFill>
                            <a:srgbClr val="003366"/>
                          </a:solidFill>
                          <a:latin typeface="Lato"/>
                          <a:ea typeface="Lato"/>
                          <a:cs typeface="Lato"/>
                        </a:rPr>
                        <a:t>hình</a:t>
                      </a:r>
                      <a:r>
                        <a:rPr sz="1950" b="0" dirty="0">
                          <a:solidFill>
                            <a:srgbClr val="003366"/>
                          </a:solidFill>
                          <a:latin typeface="Lato"/>
                          <a:ea typeface="Lato"/>
                          <a:cs typeface="Lato"/>
                        </a:rPr>
                        <a:t> </a:t>
                      </a:r>
                      <a:r>
                        <a:rPr sz="1950" b="0" dirty="0" err="1">
                          <a:solidFill>
                            <a:srgbClr val="003366"/>
                          </a:solidFill>
                          <a:latin typeface="Lato"/>
                          <a:ea typeface="Lato"/>
                          <a:cs typeface="Lato"/>
                        </a:rPr>
                        <a:t>và</a:t>
                      </a:r>
                      <a:r>
                        <a:rPr sz="1950" b="0" dirty="0">
                          <a:solidFill>
                            <a:srgbClr val="003366"/>
                          </a:solidFill>
                          <a:latin typeface="Lato"/>
                          <a:ea typeface="Lato"/>
                          <a:cs typeface="Lato"/>
                        </a:rPr>
                        <a:t> </a:t>
                      </a:r>
                      <a:r>
                        <a:rPr sz="1950" b="0" dirty="0" err="1">
                          <a:solidFill>
                            <a:srgbClr val="003366"/>
                          </a:solidFill>
                          <a:latin typeface="Lato"/>
                          <a:ea typeface="Lato"/>
                          <a:cs typeface="Lato"/>
                        </a:rPr>
                        <a:t>tiếp</a:t>
                      </a:r>
                      <a:r>
                        <a:rPr sz="1950" b="0" dirty="0">
                          <a:solidFill>
                            <a:srgbClr val="003366"/>
                          </a:solidFill>
                          <a:latin typeface="Lato"/>
                          <a:ea typeface="Lato"/>
                          <a:cs typeface="Lato"/>
                        </a:rPr>
                        <a:t> </a:t>
                      </a:r>
                      <a:r>
                        <a:rPr sz="1950" b="0" dirty="0" err="1">
                          <a:solidFill>
                            <a:srgbClr val="003366"/>
                          </a:solidFill>
                          <a:latin typeface="Lato"/>
                          <a:ea typeface="Lato"/>
                          <a:cs typeface="Lato"/>
                        </a:rPr>
                        <a:t>nhận</a:t>
                      </a:r>
                      <a:r>
                        <a:rPr sz="1950" b="0" dirty="0">
                          <a:solidFill>
                            <a:srgbClr val="003366"/>
                          </a:solidFill>
                          <a:latin typeface="Lato"/>
                          <a:ea typeface="Lato"/>
                          <a:cs typeface="Lato"/>
                        </a:rPr>
                        <a:t> </a:t>
                      </a:r>
                      <a:r>
                        <a:rPr sz="1950" b="0" dirty="0" err="1">
                          <a:solidFill>
                            <a:srgbClr val="003366"/>
                          </a:solidFill>
                          <a:latin typeface="Lato"/>
                          <a:ea typeface="Lato"/>
                          <a:cs typeface="Lato"/>
                        </a:rPr>
                        <a:t>sự</a:t>
                      </a:r>
                      <a:r>
                        <a:rPr sz="1950" b="0" dirty="0">
                          <a:solidFill>
                            <a:srgbClr val="003366"/>
                          </a:solidFill>
                          <a:latin typeface="Lato"/>
                          <a:ea typeface="Lato"/>
                          <a:cs typeface="Lato"/>
                        </a:rPr>
                        <a:t> </a:t>
                      </a:r>
                      <a:r>
                        <a:rPr sz="1950" b="0" dirty="0" err="1">
                          <a:solidFill>
                            <a:srgbClr val="003366"/>
                          </a:solidFill>
                          <a:latin typeface="Lato"/>
                          <a:ea typeface="Lato"/>
                          <a:cs typeface="Lato"/>
                        </a:rPr>
                        <a:t>cố</a:t>
                      </a:r>
                      <a:endParaRPr sz="1950" b="0" dirty="0">
                        <a:solidFill>
                          <a:srgbClr val="003366"/>
                        </a:solidFill>
                        <a:latin typeface="Lato"/>
                        <a:ea typeface="Lato"/>
                        <a:cs typeface="Lato"/>
                      </a:endParaRPr>
                    </a:p>
                    <a:p>
                      <a:r>
                        <a:rPr sz="1950" b="0" dirty="0" err="1">
                          <a:solidFill>
                            <a:srgbClr val="003366"/>
                          </a:solidFill>
                          <a:latin typeface="Lato"/>
                          <a:ea typeface="Lato"/>
                          <a:cs typeface="Lato"/>
                        </a:rPr>
                        <a:t>trong</a:t>
                      </a:r>
                      <a:r>
                        <a:rPr sz="1950" b="0" dirty="0">
                          <a:solidFill>
                            <a:srgbClr val="003366"/>
                          </a:solidFill>
                          <a:latin typeface="Lato"/>
                          <a:ea typeface="Lato"/>
                          <a:cs typeface="Lato"/>
                        </a:rPr>
                        <a:t> </a:t>
                      </a:r>
                      <a:r>
                        <a:rPr sz="1950" b="0" dirty="0" err="1">
                          <a:solidFill>
                            <a:srgbClr val="003366"/>
                          </a:solidFill>
                          <a:latin typeface="Lato"/>
                          <a:ea typeface="Lato"/>
                          <a:cs typeface="Lato"/>
                        </a:rPr>
                        <a:t>nhà</a:t>
                      </a:r>
                      <a:r>
                        <a:rPr sz="1950" b="0" dirty="0">
                          <a:solidFill>
                            <a:srgbClr val="003366"/>
                          </a:solidFill>
                          <a:latin typeface="Lato"/>
                          <a:ea typeface="Lato"/>
                          <a:cs typeface="Lato"/>
                        </a:rPr>
                        <a:t> </a:t>
                      </a:r>
                      <a:r>
                        <a:rPr sz="1950" b="0" dirty="0" err="1">
                          <a:solidFill>
                            <a:srgbClr val="003366"/>
                          </a:solidFill>
                          <a:latin typeface="Lato"/>
                          <a:ea typeface="Lato"/>
                          <a:cs typeface="Lato"/>
                        </a:rPr>
                        <a:t>trọ</a:t>
                      </a:r>
                      <a:r>
                        <a:rPr sz="1950" b="0" dirty="0">
                          <a:solidFill>
                            <a:srgbClr val="003366"/>
                          </a:solidFill>
                          <a:latin typeface="Lato"/>
                          <a:ea typeface="Lato"/>
                          <a:cs typeface="Lato"/>
                        </a:rPr>
                        <a:t> </a:t>
                      </a:r>
                      <a:r>
                        <a:rPr sz="1950" b="0" dirty="0" err="1">
                          <a:solidFill>
                            <a:srgbClr val="003366"/>
                          </a:solidFill>
                          <a:latin typeface="Lato"/>
                          <a:ea typeface="Lato"/>
                          <a:cs typeface="Lato"/>
                        </a:rPr>
                        <a:t>được</a:t>
                      </a:r>
                      <a:r>
                        <a:rPr sz="1950" b="0" dirty="0">
                          <a:solidFill>
                            <a:srgbClr val="003366"/>
                          </a:solidFill>
                          <a:latin typeface="Lato"/>
                          <a:ea typeface="Lato"/>
                          <a:cs typeface="Lato"/>
                        </a:rPr>
                        <a:t> </a:t>
                      </a:r>
                      <a:r>
                        <a:rPr sz="1950" b="0" dirty="0" err="1">
                          <a:solidFill>
                            <a:srgbClr val="003366"/>
                          </a:solidFill>
                          <a:latin typeface="Lato"/>
                          <a:ea typeface="Lato"/>
                          <a:cs typeface="Lato"/>
                        </a:rPr>
                        <a:t>giao</a:t>
                      </a:r>
                      <a:endParaRPr sz="1950" b="0" dirty="0">
                        <a:solidFill>
                          <a:srgbClr val="003366"/>
                        </a:solidFill>
                        <a:latin typeface="Lato"/>
                        <a:ea typeface="Lato"/>
                        <a:cs typeface="Lato"/>
                      </a:endParaRPr>
                    </a:p>
                  </a:txBody>
                  <a:tcPr anchor="ctr">
                    <a:lnL w="9525" cap="flat" cmpd="sng" algn="ctr">
                      <a:solidFill>
                        <a:srgbClr val="003366"/>
                      </a:solidFill>
                      <a:prstDash val="solid"/>
                      <a:round/>
                      <a:headEnd type="none" w="med" len="med"/>
                      <a:tailEnd type="none" w="med" len="me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extLst>
                  <a:ext uri="{0D108BD9-81ED-4DB2-BD59-A6C34878D82A}">
                    <a16:rowId xmlns:a16="http://schemas.microsoft.com/office/drawing/2014/main" val="10002"/>
                  </a:ext>
                </a:extLst>
              </a:tr>
              <a:tr h="714375">
                <a:tc>
                  <a:txBody>
                    <a:bodyPr/>
                    <a:lstStyle/>
                    <a:p>
                      <a:r>
                        <a:rPr sz="1950" b="1">
                          <a:solidFill>
                            <a:srgbClr val="003366"/>
                          </a:solidFill>
                          <a:latin typeface="Lato"/>
                          <a:ea typeface="Lato"/>
                          <a:cs typeface="Lato"/>
                        </a:rPr>
                        <a:t>Người thuê</a:t>
                      </a:r>
                    </a:p>
                  </a:txBody>
                  <a:tcPr anchor="ctr">
                    <a:lnL w="9525">
                      <a:solidFill>
                        <a:srgbClr val="003366"/>
                      </a:solidFill>
                      <a:prstDash val="soli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tc>
                  <a:txBody>
                    <a:bodyPr/>
                    <a:lstStyle/>
                    <a:p>
                      <a:r>
                        <a:rPr sz="1950" b="0" dirty="0" err="1">
                          <a:solidFill>
                            <a:srgbClr val="003366"/>
                          </a:solidFill>
                          <a:latin typeface="Lato"/>
                          <a:ea typeface="Lato"/>
                          <a:cs typeface="Lato"/>
                        </a:rPr>
                        <a:t>Xem</a:t>
                      </a:r>
                      <a:r>
                        <a:rPr sz="1950" b="0" dirty="0">
                          <a:solidFill>
                            <a:srgbClr val="003366"/>
                          </a:solidFill>
                          <a:latin typeface="Lato"/>
                          <a:ea typeface="Lato"/>
                          <a:cs typeface="Lato"/>
                        </a:rPr>
                        <a:t> </a:t>
                      </a:r>
                      <a:r>
                        <a:rPr sz="1950" b="0" dirty="0" err="1">
                          <a:solidFill>
                            <a:srgbClr val="003366"/>
                          </a:solidFill>
                          <a:latin typeface="Lato"/>
                          <a:ea typeface="Lato"/>
                          <a:cs typeface="Lato"/>
                        </a:rPr>
                        <a:t>và</a:t>
                      </a:r>
                      <a:r>
                        <a:rPr sz="1950" b="0" dirty="0">
                          <a:solidFill>
                            <a:srgbClr val="003366"/>
                          </a:solidFill>
                          <a:latin typeface="Lato"/>
                          <a:ea typeface="Lato"/>
                          <a:cs typeface="Lato"/>
                        </a:rPr>
                        <a:t> </a:t>
                      </a:r>
                      <a:r>
                        <a:rPr sz="1950" b="0" dirty="0" err="1">
                          <a:solidFill>
                            <a:srgbClr val="003366"/>
                          </a:solidFill>
                          <a:latin typeface="Lato"/>
                          <a:ea typeface="Lato"/>
                          <a:cs typeface="Lato"/>
                        </a:rPr>
                        <a:t>nhận</a:t>
                      </a:r>
                      <a:r>
                        <a:rPr sz="1950" b="0" dirty="0">
                          <a:solidFill>
                            <a:srgbClr val="003366"/>
                          </a:solidFill>
                          <a:latin typeface="Lato"/>
                          <a:ea typeface="Lato"/>
                          <a:cs typeface="Lato"/>
                        </a:rPr>
                        <a:t> </a:t>
                      </a:r>
                      <a:r>
                        <a:rPr sz="1950" b="0" dirty="0" err="1">
                          <a:solidFill>
                            <a:srgbClr val="003366"/>
                          </a:solidFill>
                          <a:latin typeface="Lato"/>
                          <a:ea typeface="Lato"/>
                          <a:cs typeface="Lato"/>
                        </a:rPr>
                        <a:t>cảnh</a:t>
                      </a:r>
                      <a:r>
                        <a:rPr sz="1950" b="0" dirty="0">
                          <a:solidFill>
                            <a:srgbClr val="003366"/>
                          </a:solidFill>
                          <a:latin typeface="Lato"/>
                          <a:ea typeface="Lato"/>
                          <a:cs typeface="Lato"/>
                        </a:rPr>
                        <a:t> </a:t>
                      </a:r>
                      <a:r>
                        <a:rPr sz="1950" b="0" dirty="0" err="1">
                          <a:solidFill>
                            <a:srgbClr val="003366"/>
                          </a:solidFill>
                          <a:latin typeface="Lato"/>
                          <a:ea typeface="Lato"/>
                          <a:cs typeface="Lato"/>
                        </a:rPr>
                        <a:t>báo</a:t>
                      </a:r>
                      <a:r>
                        <a:rPr sz="1950" b="0" dirty="0">
                          <a:solidFill>
                            <a:srgbClr val="003366"/>
                          </a:solidFill>
                          <a:latin typeface="Lato"/>
                          <a:ea typeface="Lato"/>
                          <a:cs typeface="Lato"/>
                        </a:rPr>
                        <a:t> </a:t>
                      </a:r>
                      <a:r>
                        <a:rPr sz="1950" b="0" dirty="0" err="1">
                          <a:solidFill>
                            <a:srgbClr val="003366"/>
                          </a:solidFill>
                          <a:latin typeface="Lato"/>
                          <a:ea typeface="Lato"/>
                          <a:cs typeface="Lato"/>
                        </a:rPr>
                        <a:t>phòng</a:t>
                      </a:r>
                      <a:r>
                        <a:rPr sz="1950" b="0" dirty="0">
                          <a:solidFill>
                            <a:srgbClr val="003366"/>
                          </a:solidFill>
                          <a:latin typeface="Lato"/>
                          <a:ea typeface="Lato"/>
                          <a:cs typeface="Lato"/>
                        </a:rPr>
                        <a:t> </a:t>
                      </a:r>
                      <a:r>
                        <a:rPr sz="1950" b="0" dirty="0" err="1">
                          <a:solidFill>
                            <a:srgbClr val="003366"/>
                          </a:solidFill>
                          <a:latin typeface="Lato"/>
                          <a:ea typeface="Lato"/>
                          <a:cs typeface="Lato"/>
                        </a:rPr>
                        <a:t>mình</a:t>
                      </a:r>
                      <a:r>
                        <a:rPr sz="1950" b="0" dirty="0">
                          <a:solidFill>
                            <a:srgbClr val="003366"/>
                          </a:solidFill>
                          <a:latin typeface="Lato"/>
                          <a:ea typeface="Lato"/>
                          <a:cs typeface="Lato"/>
                        </a:rPr>
                        <a:t>, </a:t>
                      </a:r>
                      <a:r>
                        <a:rPr sz="1950" b="0" dirty="0" err="1">
                          <a:solidFill>
                            <a:srgbClr val="003366"/>
                          </a:solidFill>
                          <a:latin typeface="Lato"/>
                          <a:ea typeface="Lato"/>
                          <a:cs typeface="Lato"/>
                        </a:rPr>
                        <a:t>không</a:t>
                      </a:r>
                      <a:r>
                        <a:rPr sz="1950" b="0" dirty="0">
                          <a:solidFill>
                            <a:srgbClr val="003366"/>
                          </a:solidFill>
                          <a:latin typeface="Lato"/>
                          <a:ea typeface="Lato"/>
                          <a:cs typeface="Lato"/>
                        </a:rPr>
                        <a:t> </a:t>
                      </a:r>
                      <a:r>
                        <a:rPr sz="1950" b="0" dirty="0" err="1">
                          <a:solidFill>
                            <a:srgbClr val="003366"/>
                          </a:solidFill>
                          <a:latin typeface="Lato"/>
                          <a:ea typeface="Lato"/>
                          <a:cs typeface="Lato"/>
                        </a:rPr>
                        <a:t>tiếp</a:t>
                      </a:r>
                      <a:r>
                        <a:rPr sz="1950" b="0" dirty="0">
                          <a:solidFill>
                            <a:srgbClr val="003366"/>
                          </a:solidFill>
                          <a:latin typeface="Lato"/>
                          <a:ea typeface="Lato"/>
                          <a:cs typeface="Lato"/>
                        </a:rPr>
                        <a:t> </a:t>
                      </a:r>
                      <a:r>
                        <a:rPr sz="1950" b="0" dirty="0" err="1">
                          <a:solidFill>
                            <a:srgbClr val="003366"/>
                          </a:solidFill>
                          <a:latin typeface="Lato"/>
                          <a:ea typeface="Lato"/>
                          <a:cs typeface="Lato"/>
                        </a:rPr>
                        <a:t>nhận</a:t>
                      </a:r>
                      <a:endParaRPr sz="1950" b="0" dirty="0">
                        <a:solidFill>
                          <a:srgbClr val="003366"/>
                        </a:solidFill>
                        <a:latin typeface="Lato"/>
                        <a:ea typeface="Lato"/>
                        <a:cs typeface="Lato"/>
                      </a:endParaRPr>
                    </a:p>
                  </a:txBody>
                  <a:tcPr anchor="ctr">
                    <a:lnL w="9525" cap="flat" cmpd="sng" algn="ctr">
                      <a:solidFill>
                        <a:srgbClr val="003366"/>
                      </a:solidFill>
                      <a:prstDash val="solid"/>
                      <a:round/>
                      <a:headEnd type="none" w="med" len="med"/>
                      <a:tailEnd type="none" w="med" len="me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Xác thực: đăng nhập, mật khẩu lưu dạng băm">
            <a:extLst>
              <a:ext uri="{FF2B5EF4-FFF2-40B4-BE49-F238E27FC236}">
                <a16:creationId xmlns:a16="http://schemas.microsoft.com/office/drawing/2014/main" id="{0B4E6635-3109-4315-84DD-0B2326C8B663}"/>
              </a:ext>
            </a:extLst>
          </p:cNvPr>
          <p:cNvSpPr>
            <a:spLocks noGrp="1"/>
          </p:cNvSpPr>
          <p:nvPr/>
        </p:nvSpPr>
        <p:spPr>
          <a:xfrm>
            <a:off x="609600" y="4937511"/>
            <a:ext cx="10972800" cy="400050"/>
          </a:xfrm>
          <a:prstGeom prst="rect">
            <a:avLst/>
          </a:prstGeom>
          <a:noFill/>
          <a:ln w="0">
            <a:noFill/>
          </a:ln>
        </p:spPr>
        <p:txBody>
          <a:bodyPr wrap="square" lIns="0" tIns="0" rIns="0" bIns="0" anchor="t">
            <a:noAutofit/>
          </a:bodyPr>
          <a:lstStyle>
            <a:defPPr algn="l">
              <a:defRPr sz="2175" b="0">
                <a:solidFill>
                  <a:srgbClr val="003366"/>
                </a:solidFill>
                <a:latin typeface="Lato"/>
                <a:ea typeface="Lato"/>
                <a:cs typeface="Lato"/>
              </a:defRPr>
            </a:defPPr>
            <a:lvl1pPr algn="l">
              <a:buNone/>
              <a:defRPr sz="2175" b="0">
                <a:solidFill>
                  <a:srgbClr val="003366"/>
                </a:solidFill>
                <a:latin typeface="Lato"/>
                <a:ea typeface="Lato"/>
                <a:cs typeface="Lato"/>
              </a:defRPr>
            </a:lvl1pPr>
            <a:lvl2pPr algn="l">
              <a:buNone/>
              <a:defRPr sz="2175" b="0">
                <a:solidFill>
                  <a:srgbClr val="003366"/>
                </a:solidFill>
                <a:latin typeface="Lato"/>
                <a:ea typeface="Lato"/>
                <a:cs typeface="Lato"/>
              </a:defRPr>
            </a:lvl2pPr>
            <a:lvl3pPr algn="l">
              <a:buNone/>
              <a:defRPr sz="2175" b="0">
                <a:solidFill>
                  <a:srgbClr val="003366"/>
                </a:solidFill>
                <a:latin typeface="Lato"/>
                <a:ea typeface="Lato"/>
                <a:cs typeface="Lato"/>
              </a:defRPr>
            </a:lvl3pPr>
            <a:lvl4pPr algn="l">
              <a:buNone/>
              <a:defRPr sz="2175" b="0">
                <a:solidFill>
                  <a:srgbClr val="003366"/>
                </a:solidFill>
                <a:latin typeface="Lato"/>
                <a:ea typeface="Lato"/>
                <a:cs typeface="Lato"/>
              </a:defRPr>
            </a:lvl4pPr>
            <a:lvl5pPr algn="l">
              <a:buNone/>
              <a:defRPr sz="2175" b="0">
                <a:solidFill>
                  <a:srgbClr val="003366"/>
                </a:solidFill>
                <a:latin typeface="Lato"/>
                <a:ea typeface="Lato"/>
                <a:cs typeface="Lato"/>
              </a:defRPr>
            </a:lvl5pPr>
            <a:lvl6pPr algn="l">
              <a:buNone/>
              <a:defRPr sz="2175" b="0">
                <a:solidFill>
                  <a:srgbClr val="003366"/>
                </a:solidFill>
                <a:latin typeface="Lato"/>
                <a:ea typeface="Lato"/>
                <a:cs typeface="Lato"/>
              </a:defRPr>
            </a:lvl6pPr>
            <a:lvl7pPr algn="l">
              <a:buNone/>
              <a:defRPr sz="2175" b="0">
                <a:solidFill>
                  <a:srgbClr val="003366"/>
                </a:solidFill>
                <a:latin typeface="Lato"/>
                <a:ea typeface="Lato"/>
                <a:cs typeface="Lato"/>
              </a:defRPr>
            </a:lvl7pPr>
            <a:lvl8pPr algn="l">
              <a:buNone/>
              <a:defRPr sz="2175" b="0">
                <a:solidFill>
                  <a:srgbClr val="003366"/>
                </a:solidFill>
                <a:latin typeface="Lato"/>
                <a:ea typeface="Lato"/>
                <a:cs typeface="Lato"/>
              </a:defRPr>
            </a:lvl8pPr>
            <a:lvl9pPr algn="l">
              <a:buNone/>
              <a:defRPr sz="2175" b="0">
                <a:solidFill>
                  <a:srgbClr val="003366"/>
                </a:solidFill>
                <a:latin typeface="Lato"/>
                <a:ea typeface="Lato"/>
                <a:cs typeface="Lato"/>
              </a:defRPr>
            </a:lvl9pPr>
          </a:lstStyle>
          <a:p>
            <a:pPr algn="l">
              <a:buNone/>
              <a:defRPr sz="2175" b="0">
                <a:solidFill>
                  <a:srgbClr val="003366"/>
                </a:solidFill>
                <a:latin typeface="Lato"/>
                <a:ea typeface="Lato"/>
                <a:cs typeface="Lato"/>
              </a:defRPr>
            </a:pPr>
            <a:r>
              <a:rPr sz="2175" b="0" dirty="0" err="1">
                <a:solidFill>
                  <a:srgbClr val="003366"/>
                </a:solidFill>
                <a:latin typeface="Lato"/>
                <a:ea typeface="Lato"/>
                <a:cs typeface="Lato"/>
              </a:rPr>
              <a:t>Xác</a:t>
            </a:r>
            <a:r>
              <a:rPr sz="2175" b="0" dirty="0">
                <a:solidFill>
                  <a:srgbClr val="003366"/>
                </a:solidFill>
                <a:latin typeface="Lato"/>
                <a:ea typeface="Lato"/>
                <a:cs typeface="Lato"/>
              </a:rPr>
              <a:t> </a:t>
            </a:r>
            <a:r>
              <a:rPr sz="2175" b="0" dirty="0" err="1">
                <a:solidFill>
                  <a:srgbClr val="003366"/>
                </a:solidFill>
                <a:latin typeface="Lato"/>
                <a:ea typeface="Lato"/>
                <a:cs typeface="Lato"/>
              </a:rPr>
              <a:t>thực</a:t>
            </a:r>
            <a:r>
              <a:rPr sz="2175" b="0" dirty="0">
                <a:solidFill>
                  <a:srgbClr val="003366"/>
                </a:solidFill>
                <a:latin typeface="Lato"/>
                <a:ea typeface="Lato"/>
                <a:cs typeface="Lato"/>
              </a:rPr>
              <a:t>: </a:t>
            </a:r>
            <a:r>
              <a:rPr sz="2175" b="0" dirty="0" err="1">
                <a:solidFill>
                  <a:srgbClr val="003366"/>
                </a:solidFill>
                <a:latin typeface="Lato"/>
                <a:ea typeface="Lato"/>
                <a:cs typeface="Lato"/>
              </a:rPr>
              <a:t>đăng</a:t>
            </a:r>
            <a:r>
              <a:rPr sz="2175" b="0" dirty="0">
                <a:solidFill>
                  <a:srgbClr val="003366"/>
                </a:solidFill>
                <a:latin typeface="Lato"/>
                <a:ea typeface="Lato"/>
                <a:cs typeface="Lato"/>
              </a:rPr>
              <a:t> </a:t>
            </a:r>
            <a:r>
              <a:rPr sz="2175" b="0" dirty="0" err="1">
                <a:solidFill>
                  <a:srgbClr val="003366"/>
                </a:solidFill>
                <a:latin typeface="Lato"/>
                <a:ea typeface="Lato"/>
                <a:cs typeface="Lato"/>
              </a:rPr>
              <a:t>nhập</a:t>
            </a:r>
            <a:r>
              <a:rPr sz="2175" b="0" dirty="0">
                <a:solidFill>
                  <a:srgbClr val="003366"/>
                </a:solidFill>
                <a:latin typeface="Lato"/>
                <a:ea typeface="Lato"/>
                <a:cs typeface="Lato"/>
              </a:rPr>
              <a:t>, </a:t>
            </a:r>
            <a:r>
              <a:rPr sz="2175" b="0" dirty="0" err="1">
                <a:solidFill>
                  <a:srgbClr val="003366"/>
                </a:solidFill>
                <a:latin typeface="Lato"/>
                <a:ea typeface="Lato"/>
                <a:cs typeface="Lato"/>
              </a:rPr>
              <a:t>mật</a:t>
            </a:r>
            <a:r>
              <a:rPr sz="2175" b="0" dirty="0">
                <a:solidFill>
                  <a:srgbClr val="003366"/>
                </a:solidFill>
                <a:latin typeface="Lato"/>
                <a:ea typeface="Lato"/>
                <a:cs typeface="Lato"/>
              </a:rPr>
              <a:t> </a:t>
            </a:r>
            <a:r>
              <a:rPr sz="2175" b="0" dirty="0" err="1">
                <a:solidFill>
                  <a:srgbClr val="003366"/>
                </a:solidFill>
                <a:latin typeface="Lato"/>
                <a:ea typeface="Lato"/>
                <a:cs typeface="Lato"/>
              </a:rPr>
              <a:t>khẩu</a:t>
            </a:r>
            <a:r>
              <a:rPr sz="2175" b="0" dirty="0">
                <a:solidFill>
                  <a:srgbClr val="003366"/>
                </a:solidFill>
                <a:latin typeface="Lato"/>
                <a:ea typeface="Lato"/>
                <a:cs typeface="Lato"/>
              </a:rPr>
              <a:t> </a:t>
            </a:r>
            <a:r>
              <a:rPr sz="2175" b="0" dirty="0" err="1">
                <a:solidFill>
                  <a:srgbClr val="003366"/>
                </a:solidFill>
                <a:latin typeface="Lato"/>
                <a:ea typeface="Lato"/>
                <a:cs typeface="Lato"/>
              </a:rPr>
              <a:t>lưu</a:t>
            </a:r>
            <a:r>
              <a:rPr sz="2175" b="0" dirty="0">
                <a:solidFill>
                  <a:srgbClr val="003366"/>
                </a:solidFill>
                <a:latin typeface="Lato"/>
                <a:ea typeface="Lato"/>
                <a:cs typeface="Lato"/>
              </a:rPr>
              <a:t> </a:t>
            </a:r>
            <a:r>
              <a:rPr sz="2175" b="0" dirty="0" err="1">
                <a:solidFill>
                  <a:srgbClr val="003366"/>
                </a:solidFill>
                <a:latin typeface="Lato"/>
                <a:ea typeface="Lato"/>
                <a:cs typeface="Lato"/>
              </a:rPr>
              <a:t>dạng</a:t>
            </a:r>
            <a:r>
              <a:rPr sz="2175" b="0" dirty="0">
                <a:solidFill>
                  <a:srgbClr val="003366"/>
                </a:solidFill>
                <a:latin typeface="Lato"/>
                <a:ea typeface="Lato"/>
                <a:cs typeface="Lato"/>
              </a:rPr>
              <a:t> </a:t>
            </a:r>
            <a:r>
              <a:rPr sz="2175" b="0" dirty="0" err="1">
                <a:solidFill>
                  <a:srgbClr val="003366"/>
                </a:solidFill>
                <a:latin typeface="Lato"/>
                <a:ea typeface="Lato"/>
                <a:cs typeface="Lato"/>
              </a:rPr>
              <a:t>băm</a:t>
            </a:r>
            <a:endParaRPr sz="2175" b="0" dirty="0">
              <a:solidFill>
                <a:srgbClr val="003366"/>
              </a:solidFill>
              <a:latin typeface="Lato"/>
              <a:ea typeface="Lato"/>
              <a:cs typeface="Lato"/>
            </a:endParaRPr>
          </a:p>
        </p:txBody>
      </p:sp>
      <p:sp>
        <p:nvSpPr>
          <p:cNvPr id="6" name="Backend kiểm tra quyền và phạm vi phòng">
            <a:extLst>
              <a:ext uri="{FF2B5EF4-FFF2-40B4-BE49-F238E27FC236}">
                <a16:creationId xmlns:a16="http://schemas.microsoft.com/office/drawing/2014/main" id="{D539A521-8D59-4D24-B22C-EA3A2DD7BA5D}"/>
              </a:ext>
            </a:extLst>
          </p:cNvPr>
          <p:cNvSpPr>
            <a:spLocks noGrp="1"/>
          </p:cNvSpPr>
          <p:nvPr/>
        </p:nvSpPr>
        <p:spPr>
          <a:xfrm>
            <a:off x="609600" y="5553075"/>
            <a:ext cx="10972800" cy="400050"/>
          </a:xfrm>
          <a:prstGeom prst="rect">
            <a:avLst/>
          </a:prstGeom>
          <a:noFill/>
          <a:ln w="0">
            <a:noFill/>
          </a:ln>
        </p:spPr>
        <p:txBody>
          <a:bodyPr wrap="square" lIns="0" tIns="0" rIns="0" bIns="0" anchor="t">
            <a:noAutofit/>
          </a:bodyPr>
          <a:lstStyle>
            <a:defPPr algn="l">
              <a:defRPr sz="2175" b="0">
                <a:solidFill>
                  <a:srgbClr val="003366"/>
                </a:solidFill>
                <a:latin typeface="Lato"/>
                <a:ea typeface="Lato"/>
                <a:cs typeface="Lato"/>
              </a:defRPr>
            </a:defPPr>
            <a:lvl1pPr algn="l">
              <a:buNone/>
              <a:defRPr sz="2175" b="0">
                <a:solidFill>
                  <a:srgbClr val="003366"/>
                </a:solidFill>
                <a:latin typeface="Lato"/>
                <a:ea typeface="Lato"/>
                <a:cs typeface="Lato"/>
              </a:defRPr>
            </a:lvl1pPr>
            <a:lvl2pPr algn="l">
              <a:buNone/>
              <a:defRPr sz="2175" b="0">
                <a:solidFill>
                  <a:srgbClr val="003366"/>
                </a:solidFill>
                <a:latin typeface="Lato"/>
                <a:ea typeface="Lato"/>
                <a:cs typeface="Lato"/>
              </a:defRPr>
            </a:lvl2pPr>
            <a:lvl3pPr algn="l">
              <a:buNone/>
              <a:defRPr sz="2175" b="0">
                <a:solidFill>
                  <a:srgbClr val="003366"/>
                </a:solidFill>
                <a:latin typeface="Lato"/>
                <a:ea typeface="Lato"/>
                <a:cs typeface="Lato"/>
              </a:defRPr>
            </a:lvl3pPr>
            <a:lvl4pPr algn="l">
              <a:buNone/>
              <a:defRPr sz="2175" b="0">
                <a:solidFill>
                  <a:srgbClr val="003366"/>
                </a:solidFill>
                <a:latin typeface="Lato"/>
                <a:ea typeface="Lato"/>
                <a:cs typeface="Lato"/>
              </a:defRPr>
            </a:lvl4pPr>
            <a:lvl5pPr algn="l">
              <a:buNone/>
              <a:defRPr sz="2175" b="0">
                <a:solidFill>
                  <a:srgbClr val="003366"/>
                </a:solidFill>
                <a:latin typeface="Lato"/>
                <a:ea typeface="Lato"/>
                <a:cs typeface="Lato"/>
              </a:defRPr>
            </a:lvl5pPr>
            <a:lvl6pPr algn="l">
              <a:buNone/>
              <a:defRPr sz="2175" b="0">
                <a:solidFill>
                  <a:srgbClr val="003366"/>
                </a:solidFill>
                <a:latin typeface="Lato"/>
                <a:ea typeface="Lato"/>
                <a:cs typeface="Lato"/>
              </a:defRPr>
            </a:lvl6pPr>
            <a:lvl7pPr algn="l">
              <a:buNone/>
              <a:defRPr sz="2175" b="0">
                <a:solidFill>
                  <a:srgbClr val="003366"/>
                </a:solidFill>
                <a:latin typeface="Lato"/>
                <a:ea typeface="Lato"/>
                <a:cs typeface="Lato"/>
              </a:defRPr>
            </a:lvl7pPr>
            <a:lvl8pPr algn="l">
              <a:buNone/>
              <a:defRPr sz="2175" b="0">
                <a:solidFill>
                  <a:srgbClr val="003366"/>
                </a:solidFill>
                <a:latin typeface="Lato"/>
                <a:ea typeface="Lato"/>
                <a:cs typeface="Lato"/>
              </a:defRPr>
            </a:lvl8pPr>
            <a:lvl9pPr algn="l">
              <a:buNone/>
              <a:defRPr sz="2175" b="0">
                <a:solidFill>
                  <a:srgbClr val="003366"/>
                </a:solidFill>
                <a:latin typeface="Lato"/>
                <a:ea typeface="Lato"/>
                <a:cs typeface="Lato"/>
              </a:defRPr>
            </a:lvl9pPr>
          </a:lstStyle>
          <a:p>
            <a:pPr algn="l">
              <a:buNone/>
              <a:defRPr sz="2175" b="0">
                <a:solidFill>
                  <a:srgbClr val="003366"/>
                </a:solidFill>
                <a:latin typeface="Lato"/>
                <a:ea typeface="Lato"/>
                <a:cs typeface="Lato"/>
              </a:defRPr>
            </a:pPr>
            <a:r>
              <a:rPr sz="2175" b="0" dirty="0">
                <a:solidFill>
                  <a:srgbClr val="003366"/>
                </a:solidFill>
                <a:latin typeface="Lato"/>
                <a:ea typeface="Lato"/>
                <a:cs typeface="Lato"/>
              </a:rPr>
              <a:t>Backend </a:t>
            </a:r>
            <a:r>
              <a:rPr sz="2175" b="0" dirty="0" err="1">
                <a:solidFill>
                  <a:srgbClr val="003366"/>
                </a:solidFill>
                <a:latin typeface="Lato"/>
                <a:ea typeface="Lato"/>
                <a:cs typeface="Lato"/>
              </a:rPr>
              <a:t>kiểm</a:t>
            </a:r>
            <a:r>
              <a:rPr sz="2175" b="0" dirty="0">
                <a:solidFill>
                  <a:srgbClr val="003366"/>
                </a:solidFill>
                <a:latin typeface="Lato"/>
                <a:ea typeface="Lato"/>
                <a:cs typeface="Lato"/>
              </a:rPr>
              <a:t> </a:t>
            </a:r>
            <a:r>
              <a:rPr sz="2175" b="0" dirty="0" err="1">
                <a:solidFill>
                  <a:srgbClr val="003366"/>
                </a:solidFill>
                <a:latin typeface="Lato"/>
                <a:ea typeface="Lato"/>
                <a:cs typeface="Lato"/>
              </a:rPr>
              <a:t>tra</a:t>
            </a:r>
            <a:r>
              <a:rPr sz="2175" b="0" dirty="0">
                <a:solidFill>
                  <a:srgbClr val="003366"/>
                </a:solidFill>
                <a:latin typeface="Lato"/>
                <a:ea typeface="Lato"/>
                <a:cs typeface="Lato"/>
              </a:rPr>
              <a:t> </a:t>
            </a:r>
            <a:r>
              <a:rPr sz="2175" b="0" dirty="0" err="1">
                <a:solidFill>
                  <a:srgbClr val="003366"/>
                </a:solidFill>
                <a:latin typeface="Lato"/>
                <a:ea typeface="Lato"/>
                <a:cs typeface="Lato"/>
              </a:rPr>
              <a:t>quyền</a:t>
            </a:r>
            <a:r>
              <a:rPr sz="2175" b="0" dirty="0">
                <a:solidFill>
                  <a:srgbClr val="003366"/>
                </a:solidFill>
                <a:latin typeface="Lato"/>
                <a:ea typeface="Lato"/>
                <a:cs typeface="Lato"/>
              </a:rPr>
              <a:t> </a:t>
            </a:r>
            <a:r>
              <a:rPr sz="2175" b="0" dirty="0" err="1">
                <a:solidFill>
                  <a:srgbClr val="003366"/>
                </a:solidFill>
                <a:latin typeface="Lato"/>
                <a:ea typeface="Lato"/>
                <a:cs typeface="Lato"/>
              </a:rPr>
              <a:t>và</a:t>
            </a:r>
            <a:r>
              <a:rPr sz="2175" b="0" dirty="0">
                <a:solidFill>
                  <a:srgbClr val="003366"/>
                </a:solidFill>
                <a:latin typeface="Lato"/>
                <a:ea typeface="Lato"/>
                <a:cs typeface="Lato"/>
              </a:rPr>
              <a:t> </a:t>
            </a:r>
            <a:r>
              <a:rPr sz="2175" b="0" dirty="0" err="1">
                <a:solidFill>
                  <a:srgbClr val="003366"/>
                </a:solidFill>
                <a:latin typeface="Lato"/>
                <a:ea typeface="Lato"/>
                <a:cs typeface="Lato"/>
              </a:rPr>
              <a:t>phạm</a:t>
            </a:r>
            <a:r>
              <a:rPr sz="2175" b="0" dirty="0">
                <a:solidFill>
                  <a:srgbClr val="003366"/>
                </a:solidFill>
                <a:latin typeface="Lato"/>
                <a:ea typeface="Lato"/>
                <a:cs typeface="Lato"/>
              </a:rPr>
              <a:t> vi </a:t>
            </a:r>
            <a:r>
              <a:rPr sz="2175" b="0" dirty="0" err="1">
                <a:solidFill>
                  <a:srgbClr val="003366"/>
                </a:solidFill>
                <a:latin typeface="Lato"/>
                <a:ea typeface="Lato"/>
                <a:cs typeface="Lato"/>
              </a:rPr>
              <a:t>phòng</a:t>
            </a:r>
            <a:endParaRPr sz="2175" b="0" dirty="0">
              <a:solidFill>
                <a:srgbClr val="003366"/>
              </a:solidFill>
              <a:latin typeface="Lato"/>
              <a:ea typeface="Lato"/>
              <a:cs typeface="Lato"/>
            </a:endParaRPr>
          </a:p>
        </p:txBody>
      </p:sp>
      <p:pic>
        <p:nvPicPr>
          <p:cNvPr id="8" name="Picture 7">
            <a:extLst>
              <a:ext uri="{FF2B5EF4-FFF2-40B4-BE49-F238E27FC236}">
                <a16:creationId xmlns:a16="http://schemas.microsoft.com/office/drawing/2014/main" id="{C2AF4FF1-E8FB-4AE4-88D0-5A1541C732DC}"/>
              </a:ext>
            </a:extLst>
          </p:cNvPr>
          <p:cNvPicPr>
            <a:picLocks noChangeAspect="1"/>
          </p:cNvPicPr>
          <p:nvPr/>
        </p:nvPicPr>
        <p:blipFill>
          <a:blip r:embed="rId3"/>
          <a:srcRect l="5" r="5"/>
          <a:stretch>
            <a:fillRect/>
          </a:stretch>
        </p:blipFill>
        <p:spPr>
          <a:xfrm>
            <a:off x="304800" y="6229350"/>
            <a:ext cx="2971800" cy="344329"/>
          </a:xfrm>
          <a:prstGeom prst="rect">
            <a:avLst/>
          </a:prstGeom>
        </p:spPr>
      </p:pic>
      <p:cxnSp>
        <p:nvCxnSpPr>
          <p:cNvPr id="9" name="Đường chân trang theo mẫu">
            <a:extLst>
              <a:ext uri="{FF2B5EF4-FFF2-40B4-BE49-F238E27FC236}">
                <a16:creationId xmlns:a16="http://schemas.microsoft.com/office/drawing/2014/main" id="{71F5A2D7-1D16-437F-9609-92D68B689C28}"/>
              </a:ext>
            </a:extLst>
          </p:cNvPr>
          <p:cNvCxnSpPr/>
          <p:nvPr/>
        </p:nvCxnSpPr>
        <p:spPr>
          <a:xfrm>
            <a:off x="3619500" y="6391275"/>
            <a:ext cx="8258175" cy="0"/>
          </a:xfrm>
          <a:prstGeom prst="straightConnector1">
            <a:avLst/>
          </a:prstGeom>
          <a:ln w="11906">
            <a:solidFill>
              <a:srgbClr val="C00000"/>
            </a:solidFill>
          </a:ln>
        </p:spPr>
      </p:cxnSp>
      <p:sp>
        <p:nvSpPr>
          <p:cNvPr id="10" name="8">
            <a:extLst>
              <a:ext uri="{FF2B5EF4-FFF2-40B4-BE49-F238E27FC236}">
                <a16:creationId xmlns:a16="http://schemas.microsoft.com/office/drawing/2014/main" id="{A1EA8363-9F87-40F4-8B93-B31EF7465DE4}"/>
              </a:ext>
            </a:extLst>
          </p:cNvPr>
          <p:cNvSpPr>
            <a:spLocks noGrp="1"/>
          </p:cNvSpPr>
          <p:nvPr/>
        </p:nvSpPr>
        <p:spPr>
          <a:xfrm>
            <a:off x="11144250" y="6515100"/>
            <a:ext cx="666750" cy="247650"/>
          </a:xfrm>
          <a:prstGeom prst="rect">
            <a:avLst/>
          </a:prstGeom>
          <a:noFill/>
          <a:ln w="0">
            <a:noFill/>
          </a:ln>
        </p:spPr>
        <p:txBody>
          <a:bodyPr wrap="square" lIns="0" tIns="0" rIns="0" bIns="0" anchor="t">
            <a:noAutofit/>
          </a:bodyPr>
          <a:lstStyle>
            <a:defPPr algn="r">
              <a:defRPr sz="1200" b="0">
                <a:solidFill>
                  <a:srgbClr val="C00000"/>
                </a:solidFill>
                <a:latin typeface="Lato"/>
                <a:ea typeface="Lato"/>
                <a:cs typeface="Lato"/>
              </a:defRPr>
            </a:defPPr>
            <a:lvl1pPr algn="r">
              <a:buNone/>
              <a:defRPr sz="1200" b="0">
                <a:solidFill>
                  <a:srgbClr val="C00000"/>
                </a:solidFill>
                <a:latin typeface="Lato"/>
                <a:ea typeface="Lato"/>
                <a:cs typeface="Lato"/>
              </a:defRPr>
            </a:lvl1pPr>
            <a:lvl2pPr algn="r">
              <a:buNone/>
              <a:defRPr sz="1200" b="0">
                <a:solidFill>
                  <a:srgbClr val="C00000"/>
                </a:solidFill>
                <a:latin typeface="Lato"/>
                <a:ea typeface="Lato"/>
                <a:cs typeface="Lato"/>
              </a:defRPr>
            </a:lvl2pPr>
            <a:lvl3pPr algn="r">
              <a:buNone/>
              <a:defRPr sz="1200" b="0">
                <a:solidFill>
                  <a:srgbClr val="C00000"/>
                </a:solidFill>
                <a:latin typeface="Lato"/>
                <a:ea typeface="Lato"/>
                <a:cs typeface="Lato"/>
              </a:defRPr>
            </a:lvl3pPr>
            <a:lvl4pPr algn="r">
              <a:buNone/>
              <a:defRPr sz="1200" b="0">
                <a:solidFill>
                  <a:srgbClr val="C00000"/>
                </a:solidFill>
                <a:latin typeface="Lato"/>
                <a:ea typeface="Lato"/>
                <a:cs typeface="Lato"/>
              </a:defRPr>
            </a:lvl4pPr>
            <a:lvl5pPr algn="r">
              <a:buNone/>
              <a:defRPr sz="1200" b="0">
                <a:solidFill>
                  <a:srgbClr val="C00000"/>
                </a:solidFill>
                <a:latin typeface="Lato"/>
                <a:ea typeface="Lato"/>
                <a:cs typeface="Lato"/>
              </a:defRPr>
            </a:lvl5pPr>
            <a:lvl6pPr algn="r">
              <a:buNone/>
              <a:defRPr sz="1200" b="0">
                <a:solidFill>
                  <a:srgbClr val="C00000"/>
                </a:solidFill>
                <a:latin typeface="Lato"/>
                <a:ea typeface="Lato"/>
                <a:cs typeface="Lato"/>
              </a:defRPr>
            </a:lvl6pPr>
            <a:lvl7pPr algn="r">
              <a:buNone/>
              <a:defRPr sz="1200" b="0">
                <a:solidFill>
                  <a:srgbClr val="C00000"/>
                </a:solidFill>
                <a:latin typeface="Lato"/>
                <a:ea typeface="Lato"/>
                <a:cs typeface="Lato"/>
              </a:defRPr>
            </a:lvl7pPr>
            <a:lvl8pPr algn="r">
              <a:buNone/>
              <a:defRPr sz="1200" b="0">
                <a:solidFill>
                  <a:srgbClr val="C00000"/>
                </a:solidFill>
                <a:latin typeface="Lato"/>
                <a:ea typeface="Lato"/>
                <a:cs typeface="Lato"/>
              </a:defRPr>
            </a:lvl8pPr>
            <a:lvl9pPr algn="r">
              <a:buNone/>
              <a:defRPr sz="1200" b="0">
                <a:solidFill>
                  <a:srgbClr val="C00000"/>
                </a:solidFill>
                <a:latin typeface="Lato"/>
                <a:ea typeface="Lato"/>
                <a:cs typeface="Lato"/>
              </a:defRPr>
            </a:lvl9pPr>
          </a:lstStyle>
          <a:p>
            <a:pPr algn="r">
              <a:buNone/>
              <a:defRPr sz="1200" b="0">
                <a:solidFill>
                  <a:srgbClr val="C00000"/>
                </a:solidFill>
                <a:latin typeface="Lato"/>
                <a:ea typeface="Lato"/>
                <a:cs typeface="Lato"/>
              </a:defRPr>
            </a:pPr>
            <a:r>
              <a:rPr sz="1200" b="0">
                <a:solidFill>
                  <a:srgbClr val="C00000"/>
                </a:solidFill>
                <a:latin typeface="Lato"/>
                <a:ea typeface="Lato"/>
                <a:cs typeface="Lato"/>
              </a:rPr>
              <a:t>9</a:t>
            </a:r>
          </a:p>
        </p:txBody>
      </p:sp>
      <p:sp>
        <p:nvSpPr>
          <p:cNvPr id="12" name="3.2    Xác thực, phân quyền và bảo mật">
            <a:extLst>
              <a:ext uri="{FF2B5EF4-FFF2-40B4-BE49-F238E27FC236}">
                <a16:creationId xmlns:a16="http://schemas.microsoft.com/office/drawing/2014/main" id="{3C443515-8B76-4F86-8FA6-0F9C4849C880}"/>
              </a:ext>
            </a:extLst>
          </p:cNvPr>
          <p:cNvSpPr>
            <a:spLocks noGrp="1"/>
          </p:cNvSpPr>
          <p:nvPr/>
        </p:nvSpPr>
        <p:spPr>
          <a:xfrm>
            <a:off x="381000" y="1009650"/>
            <a:ext cx="11239500" cy="409575"/>
          </a:xfrm>
          <a:prstGeom prst="rect">
            <a:avLst/>
          </a:prstGeom>
          <a:noFill/>
          <a:ln w="0">
            <a:noFill/>
          </a:ln>
        </p:spPr>
        <p:txBody>
          <a:bodyPr wrap="square" lIns="0" tIns="0" rIns="0" bIns="0" anchor="t">
            <a:noAutofit/>
          </a:bodyPr>
          <a:lstStyle>
            <a:defPPr algn="l">
              <a:defRPr sz="2400" b="1">
                <a:solidFill>
                  <a:srgbClr val="003366"/>
                </a:solidFill>
                <a:latin typeface="Lato"/>
                <a:ea typeface="Lato"/>
                <a:cs typeface="Lato"/>
              </a:defRPr>
            </a:defPPr>
            <a:lvl1pPr algn="l">
              <a:defRPr sz="2400" b="1">
                <a:solidFill>
                  <a:srgbClr val="003366"/>
                </a:solidFill>
                <a:latin typeface="Lato"/>
                <a:ea typeface="Lato"/>
                <a:cs typeface="Lato"/>
              </a:defRPr>
            </a:lvl1pPr>
            <a:lvl2pPr algn="l">
              <a:defRPr sz="2400" b="1">
                <a:solidFill>
                  <a:srgbClr val="003366"/>
                </a:solidFill>
                <a:latin typeface="Lato"/>
                <a:ea typeface="Lato"/>
                <a:cs typeface="Lato"/>
              </a:defRPr>
            </a:lvl2pPr>
            <a:lvl3pPr algn="l">
              <a:defRPr sz="2400" b="1">
                <a:solidFill>
                  <a:srgbClr val="003366"/>
                </a:solidFill>
                <a:latin typeface="Lato"/>
                <a:ea typeface="Lato"/>
                <a:cs typeface="Lato"/>
              </a:defRPr>
            </a:lvl3pPr>
            <a:lvl4pPr algn="l">
              <a:defRPr sz="2400" b="1">
                <a:solidFill>
                  <a:srgbClr val="003366"/>
                </a:solidFill>
                <a:latin typeface="Lato"/>
                <a:ea typeface="Lato"/>
                <a:cs typeface="Lato"/>
              </a:defRPr>
            </a:lvl4pPr>
            <a:lvl5pPr algn="l">
              <a:defRPr sz="2400" b="1">
                <a:solidFill>
                  <a:srgbClr val="003366"/>
                </a:solidFill>
                <a:latin typeface="Lato"/>
                <a:ea typeface="Lato"/>
                <a:cs typeface="Lato"/>
              </a:defRPr>
            </a:lvl5pPr>
            <a:lvl6pPr algn="l">
              <a:defRPr sz="2400" b="1">
                <a:solidFill>
                  <a:srgbClr val="003366"/>
                </a:solidFill>
                <a:latin typeface="Lato"/>
                <a:ea typeface="Lato"/>
                <a:cs typeface="Lato"/>
              </a:defRPr>
            </a:lvl6pPr>
            <a:lvl7pPr algn="l">
              <a:defRPr sz="2400" b="1">
                <a:solidFill>
                  <a:srgbClr val="003366"/>
                </a:solidFill>
                <a:latin typeface="Lato"/>
                <a:ea typeface="Lato"/>
                <a:cs typeface="Lato"/>
              </a:defRPr>
            </a:lvl7pPr>
            <a:lvl8pPr algn="l">
              <a:defRPr sz="2400" b="1">
                <a:solidFill>
                  <a:srgbClr val="003366"/>
                </a:solidFill>
                <a:latin typeface="Lato"/>
                <a:ea typeface="Lato"/>
                <a:cs typeface="Lato"/>
              </a:defRPr>
            </a:lvl8pPr>
            <a:lvl9pPr algn="l">
              <a:defRPr sz="2400" b="1">
                <a:solidFill>
                  <a:srgbClr val="003366"/>
                </a:solidFill>
                <a:latin typeface="Lato"/>
                <a:ea typeface="Lato"/>
                <a:cs typeface="Lato"/>
              </a:defRPr>
            </a:lvl9pPr>
          </a:lstStyle>
          <a:p>
            <a:pPr algn="l">
              <a:defRPr sz="2400" b="1">
                <a:solidFill>
                  <a:srgbClr val="003366"/>
                </a:solidFill>
                <a:latin typeface="Lato"/>
                <a:ea typeface="Lato"/>
                <a:cs typeface="Lato"/>
              </a:defRPr>
            </a:pPr>
            <a:r>
              <a:rPr sz="2400" b="1">
                <a:solidFill>
                  <a:srgbClr val="003366"/>
                </a:solidFill>
                <a:latin typeface="Lato"/>
                <a:ea typeface="Lato"/>
                <a:cs typeface="Lato"/>
              </a:rPr>
              <a:t>3.2    Xác thực, phân quyền và bảo mật</a:t>
            </a:r>
          </a:p>
        </p:txBody>
      </p:sp>
    </p:spTree>
    <p:extLst>
      <p:ext uri="{BB962C8B-B14F-4D97-AF65-F5344CB8AC3E}">
        <p14:creationId xmlns:p14="http://schemas.microsoft.com/office/powerpoint/2010/main" val="1541645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Google Shape;176;p8">
            <a:extLst>
              <a:ext uri="{FF2B5EF4-FFF2-40B4-BE49-F238E27FC236}">
                <a16:creationId xmlns:a16="http://schemas.microsoft.com/office/drawing/2014/main" id="{4E598D0C-7662-40A6-B0E5-57249D51781C}"/>
              </a:ext>
            </a:extLst>
          </p:cNvPr>
          <p:cNvSpPr>
            <a:spLocks noGrp="1"/>
          </p:cNvSpPr>
          <p:nvPr/>
        </p:nvSpPr>
        <p:spPr>
          <a:xfrm>
            <a:off x="287868" y="260081"/>
            <a:ext cx="660399" cy="527140"/>
          </a:xfrm>
          <a:prstGeom prst="rect">
            <a:avLst/>
          </a:prstGeom>
          <a:solidFill>
            <a:srgbClr val="C00000"/>
          </a:solidFill>
          <a:ln>
            <a:noFill/>
          </a:ln>
        </p:spPr>
        <p:txBody>
          <a:bodyPr spcFirstLastPara="1" wrap="square" lIns="91425" tIns="45700" rIns="91425" bIns="45700" anchor="t">
            <a:noAutofit/>
          </a:bodyPr>
          <a:lstStyle/>
          <a:p>
            <a:pPr marL="0" marR="0" lvl="0" indent="0" algn="ctr">
              <a:lnSpc>
                <a:spcPct val="90000"/>
              </a:lnSpc>
              <a:spcBef>
                <a:spcPts val="0"/>
              </a:spcBef>
              <a:spcAft>
                <a:spcPts val="0"/>
              </a:spcAft>
              <a:buClr>
                <a:schemeClr val="lt1"/>
              </a:buClr>
              <a:buSzPts val="3200"/>
              <a:buFont typeface="Lato"/>
              <a:buNone/>
            </a:pPr>
            <a:r>
              <a:rPr sz="3200" b="1" i="0" u="none" strike="noStrike" cap="none">
                <a:solidFill>
                  <a:schemeClr val="lt1"/>
                </a:solidFill>
                <a:latin typeface="Lato"/>
                <a:ea typeface="Lato"/>
                <a:cs typeface="Lato"/>
              </a:rPr>
              <a:t>3</a:t>
            </a:r>
            <a:endParaRPr/>
          </a:p>
        </p:txBody>
      </p:sp>
      <p:sp>
        <p:nvSpPr>
          <p:cNvPr id="2" name="Google Shape;181;p8">
            <a:extLst>
              <a:ext uri="{FF2B5EF4-FFF2-40B4-BE49-F238E27FC236}">
                <a16:creationId xmlns:a16="http://schemas.microsoft.com/office/drawing/2014/main" id="{A57C218D-4CE3-4159-94BD-1BD06BEC562F}"/>
              </a:ext>
            </a:extLst>
          </p:cNvPr>
          <p:cNvSpPr>
            <a:spLocks noGrp="1"/>
          </p:cNvSpPr>
          <p:nvPr/>
        </p:nvSpPr>
        <p:spPr>
          <a:xfrm>
            <a:off x="1032933" y="230370"/>
            <a:ext cx="10668000" cy="523173"/>
          </a:xfrm>
          <a:prstGeom prst="rect">
            <a:avLst/>
          </a:prstGeom>
          <a:noFill/>
          <a:ln>
            <a:noFill/>
          </a:ln>
        </p:spPr>
        <p:txBody>
          <a:bodyPr spcFirstLastPara="1" wrap="square" lIns="91425" tIns="45700" rIns="91425" bIns="45700" anchor="t">
            <a:noAutofit/>
          </a:bodyPr>
          <a:lstStyle/>
          <a:p>
            <a:pPr marL="0" marR="0" lvl="0" indent="0" algn="l">
              <a:lnSpc>
                <a:spcPct val="90000"/>
              </a:lnSpc>
              <a:spcBef>
                <a:spcPts val="0"/>
              </a:spcBef>
              <a:spcAft>
                <a:spcPts val="0"/>
              </a:spcAft>
              <a:buClr>
                <a:srgbClr val="003366"/>
              </a:buClr>
              <a:buSzPts val="3200"/>
              <a:buFont typeface="Lato"/>
              <a:buNone/>
            </a:pPr>
            <a:r>
              <a:rPr sz="3200" b="1" i="0" u="none" strike="noStrike" cap="none">
                <a:solidFill>
                  <a:srgbClr val="003366"/>
                </a:solidFill>
                <a:latin typeface="Lato"/>
                <a:ea typeface="Lato"/>
                <a:cs typeface="Lato"/>
              </a:rPr>
              <a:t>CẢNH BÁO VÀ BẢO MẬT</a:t>
            </a:r>
            <a:endParaRPr/>
          </a:p>
        </p:txBody>
      </p:sp>
      <p:cxnSp>
        <p:nvCxnSpPr>
          <p:cNvPr id="3" name="Google Shape;182;p8">
            <a:extLst>
              <a:ext uri="{FF2B5EF4-FFF2-40B4-BE49-F238E27FC236}">
                <a16:creationId xmlns:a16="http://schemas.microsoft.com/office/drawing/2014/main" id="{2CF24DE7-3F16-47E3-9BDF-4F1CF03425BC}"/>
              </a:ext>
            </a:extLst>
          </p:cNvPr>
          <p:cNvCxnSpPr/>
          <p:nvPr/>
        </p:nvCxnSpPr>
        <p:spPr>
          <a:xfrm rot="10800000" flipH="1">
            <a:off x="1134533" y="753543"/>
            <a:ext cx="3976827" cy="1144"/>
          </a:xfrm>
          <a:prstGeom prst="straightConnector1">
            <a:avLst/>
          </a:prstGeom>
          <a:ln w="38100" cap="flat">
            <a:solidFill>
              <a:srgbClr val="C00000"/>
            </a:solidFill>
            <a:prstDash val="solid"/>
            <a:miter/>
            <a:headEnd type="none" w="sm" len="sm"/>
            <a:tailEnd type="none" w="sm" len="sm"/>
          </a:ln>
        </p:spPr>
      </p:cxnSp>
      <p:pic>
        <p:nvPicPr>
          <p:cNvPr id="8" name="Picture 7">
            <a:extLst>
              <a:ext uri="{FF2B5EF4-FFF2-40B4-BE49-F238E27FC236}">
                <a16:creationId xmlns:a16="http://schemas.microsoft.com/office/drawing/2014/main" id="{D093C5F5-99B3-4514-BA32-8C98EB2F6D73}"/>
              </a:ext>
            </a:extLst>
          </p:cNvPr>
          <p:cNvPicPr>
            <a:picLocks noChangeAspect="1"/>
          </p:cNvPicPr>
          <p:nvPr/>
        </p:nvPicPr>
        <p:blipFill>
          <a:blip r:embed="rId3"/>
          <a:srcRect l="5" r="5"/>
          <a:stretch>
            <a:fillRect/>
          </a:stretch>
        </p:blipFill>
        <p:spPr>
          <a:xfrm>
            <a:off x="304800" y="6229350"/>
            <a:ext cx="2971800" cy="344329"/>
          </a:xfrm>
          <a:prstGeom prst="rect">
            <a:avLst/>
          </a:prstGeom>
        </p:spPr>
      </p:pic>
      <p:cxnSp>
        <p:nvCxnSpPr>
          <p:cNvPr id="9" name="Đường chân trang theo mẫu">
            <a:extLst>
              <a:ext uri="{FF2B5EF4-FFF2-40B4-BE49-F238E27FC236}">
                <a16:creationId xmlns:a16="http://schemas.microsoft.com/office/drawing/2014/main" id="{B53E1661-ABDE-4B5E-8966-302B7345E0D4}"/>
              </a:ext>
            </a:extLst>
          </p:cNvPr>
          <p:cNvCxnSpPr/>
          <p:nvPr/>
        </p:nvCxnSpPr>
        <p:spPr>
          <a:xfrm>
            <a:off x="3619500" y="6391275"/>
            <a:ext cx="8258175" cy="0"/>
          </a:xfrm>
          <a:prstGeom prst="straightConnector1">
            <a:avLst/>
          </a:prstGeom>
          <a:ln w="11906">
            <a:solidFill>
              <a:srgbClr val="C00000"/>
            </a:solidFill>
          </a:ln>
        </p:spPr>
      </p:cxnSp>
      <p:sp>
        <p:nvSpPr>
          <p:cNvPr id="10" name="8">
            <a:extLst>
              <a:ext uri="{FF2B5EF4-FFF2-40B4-BE49-F238E27FC236}">
                <a16:creationId xmlns:a16="http://schemas.microsoft.com/office/drawing/2014/main" id="{A1EA8363-9F87-40F4-8B93-B31EF7465DE4}"/>
              </a:ext>
            </a:extLst>
          </p:cNvPr>
          <p:cNvSpPr>
            <a:spLocks noGrp="1"/>
          </p:cNvSpPr>
          <p:nvPr/>
        </p:nvSpPr>
        <p:spPr>
          <a:xfrm>
            <a:off x="11144250" y="6515100"/>
            <a:ext cx="666750" cy="247650"/>
          </a:xfrm>
          <a:prstGeom prst="rect">
            <a:avLst/>
          </a:prstGeom>
          <a:noFill/>
          <a:ln w="0">
            <a:noFill/>
          </a:ln>
        </p:spPr>
        <p:txBody>
          <a:bodyPr wrap="square" lIns="0" tIns="0" rIns="0" bIns="0" anchor="t">
            <a:noAutofit/>
          </a:bodyPr>
          <a:lstStyle>
            <a:defPPr algn="r">
              <a:defRPr sz="1200" b="0">
                <a:solidFill>
                  <a:srgbClr val="C00000"/>
                </a:solidFill>
                <a:latin typeface="Lato"/>
                <a:ea typeface="Lato"/>
                <a:cs typeface="Lato"/>
              </a:defRPr>
            </a:defPPr>
            <a:lvl1pPr algn="r">
              <a:buNone/>
              <a:defRPr sz="1200" b="0">
                <a:solidFill>
                  <a:srgbClr val="C00000"/>
                </a:solidFill>
                <a:latin typeface="Lato"/>
                <a:ea typeface="Lato"/>
                <a:cs typeface="Lato"/>
              </a:defRPr>
            </a:lvl1pPr>
            <a:lvl2pPr algn="r">
              <a:buNone/>
              <a:defRPr sz="1200" b="0">
                <a:solidFill>
                  <a:srgbClr val="C00000"/>
                </a:solidFill>
                <a:latin typeface="Lato"/>
                <a:ea typeface="Lato"/>
                <a:cs typeface="Lato"/>
              </a:defRPr>
            </a:lvl2pPr>
            <a:lvl3pPr algn="r">
              <a:buNone/>
              <a:defRPr sz="1200" b="0">
                <a:solidFill>
                  <a:srgbClr val="C00000"/>
                </a:solidFill>
                <a:latin typeface="Lato"/>
                <a:ea typeface="Lato"/>
                <a:cs typeface="Lato"/>
              </a:defRPr>
            </a:lvl3pPr>
            <a:lvl4pPr algn="r">
              <a:buNone/>
              <a:defRPr sz="1200" b="0">
                <a:solidFill>
                  <a:srgbClr val="C00000"/>
                </a:solidFill>
                <a:latin typeface="Lato"/>
                <a:ea typeface="Lato"/>
                <a:cs typeface="Lato"/>
              </a:defRPr>
            </a:lvl4pPr>
            <a:lvl5pPr algn="r">
              <a:buNone/>
              <a:defRPr sz="1200" b="0">
                <a:solidFill>
                  <a:srgbClr val="C00000"/>
                </a:solidFill>
                <a:latin typeface="Lato"/>
                <a:ea typeface="Lato"/>
                <a:cs typeface="Lato"/>
              </a:defRPr>
            </a:lvl5pPr>
            <a:lvl6pPr algn="r">
              <a:buNone/>
              <a:defRPr sz="1200" b="0">
                <a:solidFill>
                  <a:srgbClr val="C00000"/>
                </a:solidFill>
                <a:latin typeface="Lato"/>
                <a:ea typeface="Lato"/>
                <a:cs typeface="Lato"/>
              </a:defRPr>
            </a:lvl6pPr>
            <a:lvl7pPr algn="r">
              <a:buNone/>
              <a:defRPr sz="1200" b="0">
                <a:solidFill>
                  <a:srgbClr val="C00000"/>
                </a:solidFill>
                <a:latin typeface="Lato"/>
                <a:ea typeface="Lato"/>
                <a:cs typeface="Lato"/>
              </a:defRPr>
            </a:lvl7pPr>
            <a:lvl8pPr algn="r">
              <a:buNone/>
              <a:defRPr sz="1200" b="0">
                <a:solidFill>
                  <a:srgbClr val="C00000"/>
                </a:solidFill>
                <a:latin typeface="Lato"/>
                <a:ea typeface="Lato"/>
                <a:cs typeface="Lato"/>
              </a:defRPr>
            </a:lvl8pPr>
            <a:lvl9pPr algn="r">
              <a:buNone/>
              <a:defRPr sz="1200" b="0">
                <a:solidFill>
                  <a:srgbClr val="C00000"/>
                </a:solidFill>
                <a:latin typeface="Lato"/>
                <a:ea typeface="Lato"/>
                <a:cs typeface="Lato"/>
              </a:defRPr>
            </a:lvl9pPr>
          </a:lstStyle>
          <a:p>
            <a:pPr algn="r">
              <a:buNone/>
              <a:defRPr sz="1200" b="0">
                <a:solidFill>
                  <a:srgbClr val="C00000"/>
                </a:solidFill>
                <a:latin typeface="Lato"/>
                <a:ea typeface="Lato"/>
                <a:cs typeface="Lato"/>
              </a:defRPr>
            </a:pPr>
            <a:r>
              <a:rPr sz="1200" b="0">
                <a:solidFill>
                  <a:srgbClr val="C00000"/>
                </a:solidFill>
                <a:latin typeface="Lato"/>
                <a:ea typeface="Lato"/>
                <a:cs typeface="Lato"/>
              </a:rPr>
              <a:t>10</a:t>
            </a:r>
          </a:p>
        </p:txBody>
      </p:sp>
      <p:sp>
        <p:nvSpPr>
          <p:cNvPr id="12" name="3.3    Bảo mật hệ thống và kiểm thử">
            <a:extLst>
              <a:ext uri="{FF2B5EF4-FFF2-40B4-BE49-F238E27FC236}">
                <a16:creationId xmlns:a16="http://schemas.microsoft.com/office/drawing/2014/main" id="{32F5ED12-B7A4-4851-83FF-CF3AA3329AE2}"/>
              </a:ext>
            </a:extLst>
          </p:cNvPr>
          <p:cNvSpPr>
            <a:spLocks noGrp="1"/>
          </p:cNvSpPr>
          <p:nvPr/>
        </p:nvSpPr>
        <p:spPr>
          <a:xfrm>
            <a:off x="381000" y="1009650"/>
            <a:ext cx="11239500" cy="457200"/>
          </a:xfrm>
          <a:prstGeom prst="rect">
            <a:avLst/>
          </a:prstGeom>
          <a:noFill/>
          <a:ln w="0">
            <a:noFill/>
          </a:ln>
        </p:spPr>
        <p:txBody>
          <a:bodyPr wrap="square" lIns="0" tIns="0" rIns="0" bIns="0" anchor="t">
            <a:noAutofit/>
          </a:bodyPr>
          <a:lstStyle>
            <a:defPPr algn="l">
              <a:defRPr sz="2400" b="1">
                <a:solidFill>
                  <a:srgbClr val="003366"/>
                </a:solidFill>
                <a:latin typeface="Lato"/>
                <a:ea typeface="Lato"/>
                <a:cs typeface="Lato"/>
              </a:defRPr>
            </a:defPPr>
            <a:lvl1pPr algn="l">
              <a:buNone/>
              <a:defRPr sz="2400" b="1">
                <a:solidFill>
                  <a:srgbClr val="003366"/>
                </a:solidFill>
                <a:latin typeface="Lato"/>
                <a:ea typeface="Lato"/>
                <a:cs typeface="Lato"/>
              </a:defRPr>
            </a:lvl1pPr>
            <a:lvl2pPr algn="l">
              <a:buNone/>
              <a:defRPr sz="2400" b="1">
                <a:solidFill>
                  <a:srgbClr val="003366"/>
                </a:solidFill>
                <a:latin typeface="Lato"/>
                <a:ea typeface="Lato"/>
                <a:cs typeface="Lato"/>
              </a:defRPr>
            </a:lvl2pPr>
            <a:lvl3pPr algn="l">
              <a:buNone/>
              <a:defRPr sz="2400" b="1">
                <a:solidFill>
                  <a:srgbClr val="003366"/>
                </a:solidFill>
                <a:latin typeface="Lato"/>
                <a:ea typeface="Lato"/>
                <a:cs typeface="Lato"/>
              </a:defRPr>
            </a:lvl3pPr>
            <a:lvl4pPr algn="l">
              <a:buNone/>
              <a:defRPr sz="2400" b="1">
                <a:solidFill>
                  <a:srgbClr val="003366"/>
                </a:solidFill>
                <a:latin typeface="Lato"/>
                <a:ea typeface="Lato"/>
                <a:cs typeface="Lato"/>
              </a:defRPr>
            </a:lvl4pPr>
            <a:lvl5pPr algn="l">
              <a:buNone/>
              <a:defRPr sz="2400" b="1">
                <a:solidFill>
                  <a:srgbClr val="003366"/>
                </a:solidFill>
                <a:latin typeface="Lato"/>
                <a:ea typeface="Lato"/>
                <a:cs typeface="Lato"/>
              </a:defRPr>
            </a:lvl5pPr>
            <a:lvl6pPr algn="l">
              <a:buNone/>
              <a:defRPr sz="2400" b="1">
                <a:solidFill>
                  <a:srgbClr val="003366"/>
                </a:solidFill>
                <a:latin typeface="Lato"/>
                <a:ea typeface="Lato"/>
                <a:cs typeface="Lato"/>
              </a:defRPr>
            </a:lvl6pPr>
            <a:lvl7pPr algn="l">
              <a:buNone/>
              <a:defRPr sz="2400" b="1">
                <a:solidFill>
                  <a:srgbClr val="003366"/>
                </a:solidFill>
                <a:latin typeface="Lato"/>
                <a:ea typeface="Lato"/>
                <a:cs typeface="Lato"/>
              </a:defRPr>
            </a:lvl7pPr>
            <a:lvl8pPr algn="l">
              <a:buNone/>
              <a:defRPr sz="2400" b="1">
                <a:solidFill>
                  <a:srgbClr val="003366"/>
                </a:solidFill>
                <a:latin typeface="Lato"/>
                <a:ea typeface="Lato"/>
                <a:cs typeface="Lato"/>
              </a:defRPr>
            </a:lvl8pPr>
            <a:lvl9pPr algn="l">
              <a:buNone/>
              <a:defRPr sz="2400" b="1">
                <a:solidFill>
                  <a:srgbClr val="003366"/>
                </a:solidFill>
                <a:latin typeface="Lato"/>
                <a:ea typeface="Lato"/>
                <a:cs typeface="Lato"/>
              </a:defRPr>
            </a:lvl9pPr>
          </a:lstStyle>
          <a:p>
            <a:pPr algn="l">
              <a:buNone/>
              <a:defRPr sz="2400" b="1">
                <a:solidFill>
                  <a:srgbClr val="003366"/>
                </a:solidFill>
                <a:latin typeface="Lato"/>
                <a:ea typeface="Lato"/>
                <a:cs typeface="Lato"/>
              </a:defRPr>
            </a:pPr>
            <a:r>
              <a:rPr sz="2400" b="1">
                <a:solidFill>
                  <a:srgbClr val="003366"/>
                </a:solidFill>
                <a:latin typeface="Lato"/>
                <a:ea typeface="Lato"/>
                <a:cs typeface="Lato"/>
              </a:rPr>
              <a:t>3.3    Bảo mật hệ thống và kiểm thử</a:t>
            </a:r>
          </a:p>
        </p:txBody>
      </p:sp>
      <p:sp>
        <p:nvSpPr>
          <p:cNvPr id="13" name="Khung Biện pháp dự kiến">
            <a:extLst>
              <a:ext uri="{FF2B5EF4-FFF2-40B4-BE49-F238E27FC236}">
                <a16:creationId xmlns:a16="http://schemas.microsoft.com/office/drawing/2014/main" id="{C6A39C8E-A77D-4147-922C-7023619D4A7E}"/>
              </a:ext>
            </a:extLst>
          </p:cNvPr>
          <p:cNvSpPr>
            <a:spLocks noGrp="1"/>
          </p:cNvSpPr>
          <p:nvPr/>
        </p:nvSpPr>
        <p:spPr>
          <a:xfrm>
            <a:off x="381000" y="2019300"/>
            <a:ext cx="5524500" cy="3943350"/>
          </a:xfrm>
          <a:prstGeom prst="roundRect">
            <a:avLst>
              <a:gd name="adj" fmla="val 5797"/>
            </a:avLst>
          </a:prstGeom>
          <a:solidFill>
            <a:srgbClr val="FFFFFF"/>
          </a:solidFill>
          <a:ln w="9525">
            <a:solidFill>
              <a:srgbClr val="6485A6"/>
            </a:solidFill>
          </a:ln>
        </p:spPr>
        <p:style>
          <a:lnRef idx="0">
            <a:scrgbClr r="0" g="0" b="0"/>
          </a:lnRef>
          <a:fillRef idx="0">
            <a:scrgbClr r="0" g="0" b="0"/>
          </a:fillRef>
          <a:effectRef idx="4">
            <a:scrgbClr r="0" g="0" b="0"/>
          </a:effectRef>
          <a:fontRef idx="major"/>
        </p:style>
      </p:sp>
      <p:sp>
        <p:nvSpPr>
          <p:cNvPr id="14" name="Nhãn Biện pháp dự kiến">
            <a:extLst>
              <a:ext uri="{FF2B5EF4-FFF2-40B4-BE49-F238E27FC236}">
                <a16:creationId xmlns:a16="http://schemas.microsoft.com/office/drawing/2014/main" id="{83BBE420-19E2-49AB-B2CC-ECC3BE59D1FE}"/>
              </a:ext>
            </a:extLst>
          </p:cNvPr>
          <p:cNvSpPr>
            <a:spLocks noGrp="1"/>
          </p:cNvSpPr>
          <p:nvPr/>
        </p:nvSpPr>
        <p:spPr>
          <a:xfrm>
            <a:off x="1619250" y="1838325"/>
            <a:ext cx="3048000" cy="400050"/>
          </a:xfrm>
          <a:prstGeom prst="rect">
            <a:avLst/>
          </a:prstGeom>
          <a:solidFill>
            <a:srgbClr val="003366"/>
          </a:solidFill>
          <a:ln w="0">
            <a:noFill/>
          </a:ln>
        </p:spPr>
        <p:txBody>
          <a:bodyPr wrap="none" lIns="0" tIns="0" rIns="0" bIns="0" anchor="ctr">
            <a:noAutofit/>
          </a:bodyPr>
          <a:lstStyle>
            <a:defPPr algn="ctr">
              <a:defRPr sz="1950" b="1">
                <a:solidFill>
                  <a:srgbClr val="FFFFFF"/>
                </a:solidFill>
                <a:latin typeface="Lato"/>
                <a:ea typeface="Lato"/>
                <a:cs typeface="Lato"/>
              </a:defRPr>
            </a:defPPr>
            <a:lvl1pPr algn="ctr">
              <a:defRPr sz="1950" b="1">
                <a:solidFill>
                  <a:srgbClr val="FFFFFF"/>
                </a:solidFill>
                <a:latin typeface="Lato"/>
                <a:ea typeface="Lato"/>
                <a:cs typeface="Lato"/>
              </a:defRPr>
            </a:lvl1pPr>
            <a:lvl2pPr algn="ctr">
              <a:defRPr sz="1950" b="1">
                <a:solidFill>
                  <a:srgbClr val="FFFFFF"/>
                </a:solidFill>
                <a:latin typeface="Lato"/>
                <a:ea typeface="Lato"/>
                <a:cs typeface="Lato"/>
              </a:defRPr>
            </a:lvl2pPr>
            <a:lvl3pPr algn="ctr">
              <a:defRPr sz="1950" b="1">
                <a:solidFill>
                  <a:srgbClr val="FFFFFF"/>
                </a:solidFill>
                <a:latin typeface="Lato"/>
                <a:ea typeface="Lato"/>
                <a:cs typeface="Lato"/>
              </a:defRPr>
            </a:lvl3pPr>
            <a:lvl4pPr algn="ctr">
              <a:defRPr sz="1950" b="1">
                <a:solidFill>
                  <a:srgbClr val="FFFFFF"/>
                </a:solidFill>
                <a:latin typeface="Lato"/>
                <a:ea typeface="Lato"/>
                <a:cs typeface="Lato"/>
              </a:defRPr>
            </a:lvl4pPr>
            <a:lvl5pPr algn="ctr">
              <a:defRPr sz="1950" b="1">
                <a:solidFill>
                  <a:srgbClr val="FFFFFF"/>
                </a:solidFill>
                <a:latin typeface="Lato"/>
                <a:ea typeface="Lato"/>
                <a:cs typeface="Lato"/>
              </a:defRPr>
            </a:lvl5pPr>
            <a:lvl6pPr algn="ctr">
              <a:defRPr sz="1950" b="1">
                <a:solidFill>
                  <a:srgbClr val="FFFFFF"/>
                </a:solidFill>
                <a:latin typeface="Lato"/>
                <a:ea typeface="Lato"/>
                <a:cs typeface="Lato"/>
              </a:defRPr>
            </a:lvl6pPr>
            <a:lvl7pPr algn="ctr">
              <a:defRPr sz="1950" b="1">
                <a:solidFill>
                  <a:srgbClr val="FFFFFF"/>
                </a:solidFill>
                <a:latin typeface="Lato"/>
                <a:ea typeface="Lato"/>
                <a:cs typeface="Lato"/>
              </a:defRPr>
            </a:lvl7pPr>
            <a:lvl8pPr algn="ctr">
              <a:defRPr sz="1950" b="1">
                <a:solidFill>
                  <a:srgbClr val="FFFFFF"/>
                </a:solidFill>
                <a:latin typeface="Lato"/>
                <a:ea typeface="Lato"/>
                <a:cs typeface="Lato"/>
              </a:defRPr>
            </a:lvl8pPr>
            <a:lvl9pPr algn="ctr">
              <a:defRPr sz="1950" b="1">
                <a:solidFill>
                  <a:srgbClr val="FFFFFF"/>
                </a:solidFill>
                <a:latin typeface="Lato"/>
                <a:ea typeface="Lato"/>
                <a:cs typeface="Lato"/>
              </a:defRPr>
            </a:lvl9pPr>
          </a:lstStyle>
          <a:p>
            <a:pPr algn="ctr">
              <a:defRPr sz="1950" b="1">
                <a:solidFill>
                  <a:srgbClr val="FFFFFF"/>
                </a:solidFill>
                <a:latin typeface="Lato"/>
                <a:ea typeface="Lato"/>
                <a:cs typeface="Lato"/>
              </a:defRPr>
            </a:pPr>
            <a:r>
              <a:rPr sz="1950" b="1">
                <a:solidFill>
                  <a:srgbClr val="FFFFFF"/>
                </a:solidFill>
                <a:latin typeface="Lato"/>
                <a:ea typeface="Lato"/>
                <a:cs typeface="Lato"/>
              </a:rPr>
              <a:t>Biện pháp dự kiến</a:t>
            </a:r>
          </a:p>
        </p:txBody>
      </p:sp>
      <p:sp>
        <p:nvSpPr>
          <p:cNvPr id="15" name="Khung Kiểm thử dự kiến">
            <a:extLst>
              <a:ext uri="{FF2B5EF4-FFF2-40B4-BE49-F238E27FC236}">
                <a16:creationId xmlns:a16="http://schemas.microsoft.com/office/drawing/2014/main" id="{8B2E39E5-1AE0-4B20-AD56-8FE0260EB9D0}"/>
              </a:ext>
            </a:extLst>
          </p:cNvPr>
          <p:cNvSpPr>
            <a:spLocks noGrp="1"/>
          </p:cNvSpPr>
          <p:nvPr/>
        </p:nvSpPr>
        <p:spPr>
          <a:xfrm>
            <a:off x="6286500" y="2019300"/>
            <a:ext cx="5524500" cy="3943350"/>
          </a:xfrm>
          <a:prstGeom prst="roundRect">
            <a:avLst>
              <a:gd name="adj" fmla="val 5797"/>
            </a:avLst>
          </a:prstGeom>
          <a:solidFill>
            <a:srgbClr val="FFFFFF"/>
          </a:solidFill>
          <a:ln w="9525">
            <a:solidFill>
              <a:srgbClr val="6485A6"/>
            </a:solidFill>
          </a:ln>
        </p:spPr>
        <p:style>
          <a:lnRef idx="0">
            <a:scrgbClr r="0" g="0" b="0"/>
          </a:lnRef>
          <a:fillRef idx="0">
            <a:scrgbClr r="0" g="0" b="0"/>
          </a:fillRef>
          <a:effectRef idx="4">
            <a:scrgbClr r="0" g="0" b="0"/>
          </a:effectRef>
          <a:fontRef idx="major"/>
        </p:style>
      </p:sp>
      <p:sp>
        <p:nvSpPr>
          <p:cNvPr id="16" name="Nhãn Kiểm thử dự kiến">
            <a:extLst>
              <a:ext uri="{FF2B5EF4-FFF2-40B4-BE49-F238E27FC236}">
                <a16:creationId xmlns:a16="http://schemas.microsoft.com/office/drawing/2014/main" id="{F31187A7-78D8-4069-BB9D-2758EC5E090C}"/>
              </a:ext>
            </a:extLst>
          </p:cNvPr>
          <p:cNvSpPr>
            <a:spLocks noGrp="1"/>
          </p:cNvSpPr>
          <p:nvPr/>
        </p:nvSpPr>
        <p:spPr>
          <a:xfrm>
            <a:off x="7524750" y="1838325"/>
            <a:ext cx="3048000" cy="400050"/>
          </a:xfrm>
          <a:prstGeom prst="rect">
            <a:avLst/>
          </a:prstGeom>
          <a:solidFill>
            <a:srgbClr val="003366"/>
          </a:solidFill>
          <a:ln w="0">
            <a:noFill/>
          </a:ln>
        </p:spPr>
        <p:txBody>
          <a:bodyPr wrap="none" lIns="0" tIns="0" rIns="0" bIns="0" anchor="ctr">
            <a:noAutofit/>
          </a:bodyPr>
          <a:lstStyle>
            <a:defPPr algn="ctr">
              <a:defRPr sz="1950" b="1">
                <a:solidFill>
                  <a:srgbClr val="FFFFFF"/>
                </a:solidFill>
                <a:latin typeface="Lato"/>
                <a:ea typeface="Lato"/>
                <a:cs typeface="Lato"/>
              </a:defRPr>
            </a:defPPr>
            <a:lvl1pPr algn="ctr">
              <a:defRPr sz="1950" b="1">
                <a:solidFill>
                  <a:srgbClr val="FFFFFF"/>
                </a:solidFill>
                <a:latin typeface="Lato"/>
                <a:ea typeface="Lato"/>
                <a:cs typeface="Lato"/>
              </a:defRPr>
            </a:lvl1pPr>
            <a:lvl2pPr algn="ctr">
              <a:defRPr sz="1950" b="1">
                <a:solidFill>
                  <a:srgbClr val="FFFFFF"/>
                </a:solidFill>
                <a:latin typeface="Lato"/>
                <a:ea typeface="Lato"/>
                <a:cs typeface="Lato"/>
              </a:defRPr>
            </a:lvl2pPr>
            <a:lvl3pPr algn="ctr">
              <a:defRPr sz="1950" b="1">
                <a:solidFill>
                  <a:srgbClr val="FFFFFF"/>
                </a:solidFill>
                <a:latin typeface="Lato"/>
                <a:ea typeface="Lato"/>
                <a:cs typeface="Lato"/>
              </a:defRPr>
            </a:lvl3pPr>
            <a:lvl4pPr algn="ctr">
              <a:defRPr sz="1950" b="1">
                <a:solidFill>
                  <a:srgbClr val="FFFFFF"/>
                </a:solidFill>
                <a:latin typeface="Lato"/>
                <a:ea typeface="Lato"/>
                <a:cs typeface="Lato"/>
              </a:defRPr>
            </a:lvl4pPr>
            <a:lvl5pPr algn="ctr">
              <a:defRPr sz="1950" b="1">
                <a:solidFill>
                  <a:srgbClr val="FFFFFF"/>
                </a:solidFill>
                <a:latin typeface="Lato"/>
                <a:ea typeface="Lato"/>
                <a:cs typeface="Lato"/>
              </a:defRPr>
            </a:lvl5pPr>
            <a:lvl6pPr algn="ctr">
              <a:defRPr sz="1950" b="1">
                <a:solidFill>
                  <a:srgbClr val="FFFFFF"/>
                </a:solidFill>
                <a:latin typeface="Lato"/>
                <a:ea typeface="Lato"/>
                <a:cs typeface="Lato"/>
              </a:defRPr>
            </a:lvl6pPr>
            <a:lvl7pPr algn="ctr">
              <a:defRPr sz="1950" b="1">
                <a:solidFill>
                  <a:srgbClr val="FFFFFF"/>
                </a:solidFill>
                <a:latin typeface="Lato"/>
                <a:ea typeface="Lato"/>
                <a:cs typeface="Lato"/>
              </a:defRPr>
            </a:lvl7pPr>
            <a:lvl8pPr algn="ctr">
              <a:defRPr sz="1950" b="1">
                <a:solidFill>
                  <a:srgbClr val="FFFFFF"/>
                </a:solidFill>
                <a:latin typeface="Lato"/>
                <a:ea typeface="Lato"/>
                <a:cs typeface="Lato"/>
              </a:defRPr>
            </a:lvl8pPr>
            <a:lvl9pPr algn="ctr">
              <a:defRPr sz="1950" b="1">
                <a:solidFill>
                  <a:srgbClr val="FFFFFF"/>
                </a:solidFill>
                <a:latin typeface="Lato"/>
                <a:ea typeface="Lato"/>
                <a:cs typeface="Lato"/>
              </a:defRPr>
            </a:lvl9pPr>
          </a:lstStyle>
          <a:p>
            <a:pPr algn="ctr">
              <a:defRPr sz="1950" b="1">
                <a:solidFill>
                  <a:srgbClr val="FFFFFF"/>
                </a:solidFill>
                <a:latin typeface="Lato"/>
                <a:ea typeface="Lato"/>
                <a:cs typeface="Lato"/>
              </a:defRPr>
            </a:pPr>
            <a:r>
              <a:rPr sz="1950" b="1">
                <a:solidFill>
                  <a:srgbClr val="FFFFFF"/>
                </a:solidFill>
                <a:latin typeface="Lato"/>
                <a:ea typeface="Lato"/>
                <a:cs typeface="Lato"/>
              </a:rPr>
              <a:t>Kiểm thử dự kiến</a:t>
            </a:r>
          </a:p>
        </p:txBody>
      </p:sp>
      <p:sp>
        <p:nvSpPr>
          <p:cNvPr id="17" name="Danh sách biện pháp bảo mật">
            <a:extLst>
              <a:ext uri="{FF2B5EF4-FFF2-40B4-BE49-F238E27FC236}">
                <a16:creationId xmlns:a16="http://schemas.microsoft.com/office/drawing/2014/main" id="{40BA3FDF-7E54-4BE4-A66D-095D01B20AAC}"/>
              </a:ext>
            </a:extLst>
          </p:cNvPr>
          <p:cNvSpPr>
            <a:spLocks noGrp="1"/>
          </p:cNvSpPr>
          <p:nvPr/>
        </p:nvSpPr>
        <p:spPr>
          <a:xfrm>
            <a:off x="609600" y="2457450"/>
            <a:ext cx="5067300" cy="3143250"/>
          </a:xfrm>
          <a:prstGeom prst="rect">
            <a:avLst/>
          </a:prstGeom>
          <a:noFill/>
          <a:ln w="0">
            <a:noFill/>
          </a:ln>
        </p:spPr>
        <p:txBody>
          <a:bodyPr wrap="square" lIns="0" tIns="0" rIns="0" bIns="0" anchor="t">
            <a:noAutofit/>
          </a:bodyPr>
          <a:lstStyle>
            <a:defPPr algn="l">
              <a:defRPr sz="1800" b="0">
                <a:solidFill>
                  <a:srgbClr val="003366"/>
                </a:solidFill>
                <a:latin typeface="Lato"/>
                <a:ea typeface="Lato"/>
                <a:cs typeface="Lato"/>
              </a:defRPr>
            </a:defPPr>
            <a:lvl1pPr algn="l">
              <a:defRPr sz="1800" b="0">
                <a:solidFill>
                  <a:srgbClr val="003366"/>
                </a:solidFill>
                <a:latin typeface="Lato"/>
                <a:ea typeface="Lato"/>
                <a:cs typeface="Lato"/>
              </a:defRPr>
            </a:lvl1pPr>
            <a:lvl2pPr algn="l">
              <a:defRPr sz="1800" b="0">
                <a:solidFill>
                  <a:srgbClr val="003366"/>
                </a:solidFill>
                <a:latin typeface="Lato"/>
                <a:ea typeface="Lato"/>
                <a:cs typeface="Lato"/>
              </a:defRPr>
            </a:lvl2pPr>
            <a:lvl3pPr algn="l">
              <a:defRPr sz="1800" b="0">
                <a:solidFill>
                  <a:srgbClr val="003366"/>
                </a:solidFill>
                <a:latin typeface="Lato"/>
                <a:ea typeface="Lato"/>
                <a:cs typeface="Lato"/>
              </a:defRPr>
            </a:lvl3pPr>
            <a:lvl4pPr algn="l">
              <a:defRPr sz="1800" b="0">
                <a:solidFill>
                  <a:srgbClr val="003366"/>
                </a:solidFill>
                <a:latin typeface="Lato"/>
                <a:ea typeface="Lato"/>
                <a:cs typeface="Lato"/>
              </a:defRPr>
            </a:lvl4pPr>
            <a:lvl5pPr algn="l">
              <a:defRPr sz="1800" b="0">
                <a:solidFill>
                  <a:srgbClr val="003366"/>
                </a:solidFill>
                <a:latin typeface="Lato"/>
                <a:ea typeface="Lato"/>
                <a:cs typeface="Lato"/>
              </a:defRPr>
            </a:lvl5pPr>
            <a:lvl6pPr algn="l">
              <a:defRPr sz="1800" b="0">
                <a:solidFill>
                  <a:srgbClr val="003366"/>
                </a:solidFill>
                <a:latin typeface="Lato"/>
                <a:ea typeface="Lato"/>
                <a:cs typeface="Lato"/>
              </a:defRPr>
            </a:lvl6pPr>
            <a:lvl7pPr algn="l">
              <a:defRPr sz="1800" b="0">
                <a:solidFill>
                  <a:srgbClr val="003366"/>
                </a:solidFill>
                <a:latin typeface="Lato"/>
                <a:ea typeface="Lato"/>
                <a:cs typeface="Lato"/>
              </a:defRPr>
            </a:lvl7pPr>
            <a:lvl8pPr algn="l">
              <a:defRPr sz="1800" b="0">
                <a:solidFill>
                  <a:srgbClr val="003366"/>
                </a:solidFill>
                <a:latin typeface="Lato"/>
                <a:ea typeface="Lato"/>
                <a:cs typeface="Lato"/>
              </a:defRPr>
            </a:lvl8pPr>
            <a:lvl9pPr algn="l">
              <a:defRPr sz="1800" b="0">
                <a:solidFill>
                  <a:srgbClr val="003366"/>
                </a:solidFill>
                <a:latin typeface="Lato"/>
                <a:ea typeface="Lato"/>
                <a:cs typeface="Lato"/>
              </a:defRPr>
            </a:lvl9pPr>
          </a:lstStyle>
          <a:p>
            <a:pPr marL="203200" indent="-127000" algn="l">
              <a:spcAft>
                <a:spcPts val="1900"/>
              </a:spcAft>
              <a:buChar char="•"/>
              <a:defRPr sz="1800" b="0">
                <a:solidFill>
                  <a:srgbClr val="003366"/>
                </a:solidFill>
                <a:latin typeface="Lato"/>
                <a:ea typeface="Lato"/>
                <a:cs typeface="Lato"/>
              </a:defRPr>
            </a:pPr>
            <a:r>
              <a:rPr sz="1800" b="0">
                <a:solidFill>
                  <a:srgbClr val="003366"/>
                </a:solidFill>
                <a:latin typeface="Lato"/>
                <a:ea typeface="Lato"/>
                <a:cs typeface="Lato"/>
              </a:rPr>
              <a:t>Node có tài khoản riêng, giới hạn topic và cơ chế thu hồi.</a:t>
            </a:r>
          </a:p>
          <a:p>
            <a:pPr marL="203200" indent="-127000" algn="l">
              <a:spcAft>
                <a:spcPts val="1900"/>
              </a:spcAft>
              <a:buChar char="•"/>
              <a:defRPr sz="1800" b="0">
                <a:solidFill>
                  <a:srgbClr val="003366"/>
                </a:solidFill>
                <a:latin typeface="Lato"/>
                <a:ea typeface="Lato"/>
                <a:cs typeface="Lato"/>
              </a:defRPr>
            </a:pPr>
            <a:r>
              <a:rPr sz="1800" b="0">
                <a:solidFill>
                  <a:srgbClr val="003366"/>
                </a:solidFill>
                <a:latin typeface="Lato"/>
                <a:ea typeface="Lato"/>
                <a:cs typeface="Lato"/>
              </a:rPr>
              <a:t>Kiểm tra đầu vào, ghi audit log cho thao tác quan trọng.</a:t>
            </a:r>
          </a:p>
          <a:p>
            <a:pPr marL="203200" indent="-127000" algn="l">
              <a:spcAft>
                <a:spcPts val="1900"/>
              </a:spcAft>
              <a:buChar char="•"/>
              <a:defRPr sz="1800" b="0">
                <a:solidFill>
                  <a:srgbClr val="003366"/>
                </a:solidFill>
                <a:latin typeface="Lato"/>
                <a:ea typeface="Lato"/>
                <a:cs typeface="Lato"/>
              </a:defRPr>
            </a:pPr>
            <a:r>
              <a:rPr sz="1800" b="0">
                <a:solidFill>
                  <a:srgbClr val="003366"/>
                </a:solidFill>
                <a:latin typeface="Lato"/>
                <a:ea typeface="Lato"/>
                <a:cs typeface="Lato"/>
              </a:rPr>
              <a:t>Giữ bí mật ngoài Git, dùng TLS/HTTPS khi nền tảng cho phép.</a:t>
            </a:r>
          </a:p>
          <a:p>
            <a:pPr marL="203200" indent="-127000" algn="l">
              <a:spcAft>
                <a:spcPts val="1900"/>
              </a:spcAft>
              <a:buChar char="•"/>
              <a:defRPr sz="1800" b="0">
                <a:solidFill>
                  <a:srgbClr val="003366"/>
                </a:solidFill>
                <a:latin typeface="Lato"/>
                <a:ea typeface="Lato"/>
                <a:cs typeface="Lato"/>
              </a:defRPr>
            </a:pPr>
            <a:r>
              <a:rPr sz="1800" b="0">
                <a:solidFill>
                  <a:srgbClr val="003366"/>
                </a:solidFill>
                <a:latin typeface="Lato"/>
                <a:ea typeface="Lato"/>
                <a:cs typeface="Lato"/>
              </a:rPr>
              <a:t>Chỉ thu thập dữ liệu cần thiết, giới hạn người được truy cập.</a:t>
            </a:r>
          </a:p>
        </p:txBody>
      </p:sp>
      <p:sp>
        <p:nvSpPr>
          <p:cNvPr id="18" name="01  Truy cập chéo phòng">
            <a:extLst>
              <a:ext uri="{FF2B5EF4-FFF2-40B4-BE49-F238E27FC236}">
                <a16:creationId xmlns:a16="http://schemas.microsoft.com/office/drawing/2014/main" id="{25C5699E-FB77-46A9-8F4F-4D7937E7B092}"/>
              </a:ext>
            </a:extLst>
          </p:cNvPr>
          <p:cNvSpPr>
            <a:spLocks noGrp="1"/>
          </p:cNvSpPr>
          <p:nvPr/>
        </p:nvSpPr>
        <p:spPr>
          <a:xfrm>
            <a:off x="6553200" y="2476500"/>
            <a:ext cx="4953000" cy="371475"/>
          </a:xfrm>
          <a:prstGeom prst="rect">
            <a:avLst/>
          </a:prstGeom>
          <a:noFill/>
          <a:ln w="0">
            <a:noFill/>
          </a:ln>
        </p:spPr>
        <p:txBody>
          <a:bodyPr wrap="square" lIns="0" tIns="0" rIns="0" bIns="0" anchor="t">
            <a:noAutofit/>
          </a:bodyPr>
          <a:lstStyle>
            <a:defPPr algn="l">
              <a:defRPr sz="1950" b="1">
                <a:solidFill>
                  <a:srgbClr val="003366"/>
                </a:solidFill>
                <a:latin typeface="Lato"/>
                <a:ea typeface="Lato"/>
                <a:cs typeface="Lato"/>
              </a:defRPr>
            </a:defPPr>
            <a:lvl1pPr algn="l">
              <a:defRPr sz="1950" b="1">
                <a:solidFill>
                  <a:srgbClr val="003366"/>
                </a:solidFill>
                <a:latin typeface="Lato"/>
                <a:ea typeface="Lato"/>
                <a:cs typeface="Lato"/>
              </a:defRPr>
            </a:lvl1pPr>
            <a:lvl2pPr algn="l">
              <a:defRPr sz="1950" b="1">
                <a:solidFill>
                  <a:srgbClr val="003366"/>
                </a:solidFill>
                <a:latin typeface="Lato"/>
                <a:ea typeface="Lato"/>
                <a:cs typeface="Lato"/>
              </a:defRPr>
            </a:lvl2pPr>
            <a:lvl3pPr algn="l">
              <a:defRPr sz="1950" b="1">
                <a:solidFill>
                  <a:srgbClr val="003366"/>
                </a:solidFill>
                <a:latin typeface="Lato"/>
                <a:ea typeface="Lato"/>
                <a:cs typeface="Lato"/>
              </a:defRPr>
            </a:lvl3pPr>
            <a:lvl4pPr algn="l">
              <a:defRPr sz="1950" b="1">
                <a:solidFill>
                  <a:srgbClr val="003366"/>
                </a:solidFill>
                <a:latin typeface="Lato"/>
                <a:ea typeface="Lato"/>
                <a:cs typeface="Lato"/>
              </a:defRPr>
            </a:lvl4pPr>
            <a:lvl5pPr algn="l">
              <a:defRPr sz="1950" b="1">
                <a:solidFill>
                  <a:srgbClr val="003366"/>
                </a:solidFill>
                <a:latin typeface="Lato"/>
                <a:ea typeface="Lato"/>
                <a:cs typeface="Lato"/>
              </a:defRPr>
            </a:lvl5pPr>
            <a:lvl6pPr algn="l">
              <a:defRPr sz="1950" b="1">
                <a:solidFill>
                  <a:srgbClr val="003366"/>
                </a:solidFill>
                <a:latin typeface="Lato"/>
                <a:ea typeface="Lato"/>
                <a:cs typeface="Lato"/>
              </a:defRPr>
            </a:lvl6pPr>
            <a:lvl7pPr algn="l">
              <a:defRPr sz="1950" b="1">
                <a:solidFill>
                  <a:srgbClr val="003366"/>
                </a:solidFill>
                <a:latin typeface="Lato"/>
                <a:ea typeface="Lato"/>
                <a:cs typeface="Lato"/>
              </a:defRPr>
            </a:lvl7pPr>
            <a:lvl8pPr algn="l">
              <a:defRPr sz="1950" b="1">
                <a:solidFill>
                  <a:srgbClr val="003366"/>
                </a:solidFill>
                <a:latin typeface="Lato"/>
                <a:ea typeface="Lato"/>
                <a:cs typeface="Lato"/>
              </a:defRPr>
            </a:lvl8pPr>
            <a:lvl9pPr algn="l">
              <a:defRPr sz="1950" b="1">
                <a:solidFill>
                  <a:srgbClr val="003366"/>
                </a:solidFill>
                <a:latin typeface="Lato"/>
                <a:ea typeface="Lato"/>
                <a:cs typeface="Lato"/>
              </a:defRPr>
            </a:lvl9pPr>
          </a:lstStyle>
          <a:p>
            <a:pPr algn="l">
              <a:defRPr sz="1950" b="1">
                <a:solidFill>
                  <a:srgbClr val="003366"/>
                </a:solidFill>
                <a:latin typeface="Lato"/>
                <a:ea typeface="Lato"/>
                <a:cs typeface="Lato"/>
              </a:defRPr>
            </a:pPr>
            <a:r>
              <a:rPr sz="1950" b="1">
                <a:solidFill>
                  <a:srgbClr val="003366"/>
                </a:solidFill>
                <a:latin typeface="Lato"/>
                <a:ea typeface="Lato"/>
                <a:cs typeface="Lato"/>
              </a:rPr>
              <a:t>01  Truy cập chéo phòng</a:t>
            </a:r>
          </a:p>
        </p:txBody>
      </p:sp>
      <p:sp>
        <p:nvSpPr>
          <p:cNvPr id="19" name="Yêu cầu dữ liệu phòng B bằng&#10;tài khoản người thuê phòng A.&#10;Kỳ vọng: ba">
            <a:extLst>
              <a:ext uri="{FF2B5EF4-FFF2-40B4-BE49-F238E27FC236}">
                <a16:creationId xmlns:a16="http://schemas.microsoft.com/office/drawing/2014/main" id="{18BDC090-6218-4D87-9E67-F3FB3B02279E}"/>
              </a:ext>
            </a:extLst>
          </p:cNvPr>
          <p:cNvSpPr>
            <a:spLocks noGrp="1"/>
          </p:cNvSpPr>
          <p:nvPr/>
        </p:nvSpPr>
        <p:spPr>
          <a:xfrm>
            <a:off x="6553200" y="2962275"/>
            <a:ext cx="4953000" cy="1076325"/>
          </a:xfrm>
          <a:prstGeom prst="rect">
            <a:avLst/>
          </a:prstGeom>
          <a:noFill/>
          <a:ln w="0">
            <a:noFill/>
          </a:ln>
        </p:spPr>
        <p:txBody>
          <a:bodyPr wrap="square" lIns="0" tIns="0" rIns="0" bIns="0" anchor="t">
            <a:noAutofit/>
          </a:bodyPr>
          <a:lstStyle>
            <a:defPPr algn="l">
              <a:defRPr sz="1800" b="0">
                <a:solidFill>
                  <a:srgbClr val="003366"/>
                </a:solidFill>
                <a:latin typeface="Lato"/>
                <a:ea typeface="Lato"/>
                <a:cs typeface="Lato"/>
              </a:defRPr>
            </a:defPPr>
            <a:lvl1pPr algn="l">
              <a:defRPr sz="1800" b="0">
                <a:solidFill>
                  <a:srgbClr val="003366"/>
                </a:solidFill>
                <a:latin typeface="Lato"/>
                <a:ea typeface="Lato"/>
                <a:cs typeface="Lato"/>
              </a:defRPr>
            </a:lvl1pPr>
            <a:lvl2pPr algn="l">
              <a:defRPr sz="1800" b="0">
                <a:solidFill>
                  <a:srgbClr val="003366"/>
                </a:solidFill>
                <a:latin typeface="Lato"/>
                <a:ea typeface="Lato"/>
                <a:cs typeface="Lato"/>
              </a:defRPr>
            </a:lvl2pPr>
            <a:lvl3pPr algn="l">
              <a:defRPr sz="1800" b="0">
                <a:solidFill>
                  <a:srgbClr val="003366"/>
                </a:solidFill>
                <a:latin typeface="Lato"/>
                <a:ea typeface="Lato"/>
                <a:cs typeface="Lato"/>
              </a:defRPr>
            </a:lvl3pPr>
            <a:lvl4pPr algn="l">
              <a:defRPr sz="1800" b="0">
                <a:solidFill>
                  <a:srgbClr val="003366"/>
                </a:solidFill>
                <a:latin typeface="Lato"/>
                <a:ea typeface="Lato"/>
                <a:cs typeface="Lato"/>
              </a:defRPr>
            </a:lvl4pPr>
            <a:lvl5pPr algn="l">
              <a:defRPr sz="1800" b="0">
                <a:solidFill>
                  <a:srgbClr val="003366"/>
                </a:solidFill>
                <a:latin typeface="Lato"/>
                <a:ea typeface="Lato"/>
                <a:cs typeface="Lato"/>
              </a:defRPr>
            </a:lvl5pPr>
            <a:lvl6pPr algn="l">
              <a:defRPr sz="1800" b="0">
                <a:solidFill>
                  <a:srgbClr val="003366"/>
                </a:solidFill>
                <a:latin typeface="Lato"/>
                <a:ea typeface="Lato"/>
                <a:cs typeface="Lato"/>
              </a:defRPr>
            </a:lvl6pPr>
            <a:lvl7pPr algn="l">
              <a:defRPr sz="1800" b="0">
                <a:solidFill>
                  <a:srgbClr val="003366"/>
                </a:solidFill>
                <a:latin typeface="Lato"/>
                <a:ea typeface="Lato"/>
                <a:cs typeface="Lato"/>
              </a:defRPr>
            </a:lvl7pPr>
            <a:lvl8pPr algn="l">
              <a:defRPr sz="1800" b="0">
                <a:solidFill>
                  <a:srgbClr val="003366"/>
                </a:solidFill>
                <a:latin typeface="Lato"/>
                <a:ea typeface="Lato"/>
                <a:cs typeface="Lato"/>
              </a:defRPr>
            </a:lvl8pPr>
            <a:lvl9pPr algn="l">
              <a:defRPr sz="1800" b="0">
                <a:solidFill>
                  <a:srgbClr val="003366"/>
                </a:solidFill>
                <a:latin typeface="Lato"/>
                <a:ea typeface="Lato"/>
                <a:cs typeface="Lato"/>
              </a:defRPr>
            </a:lvl9pPr>
          </a:lstStyle>
          <a:p>
            <a:pPr algn="l">
              <a:defRPr sz="1800" b="0">
                <a:solidFill>
                  <a:srgbClr val="003366"/>
                </a:solidFill>
                <a:latin typeface="Lato"/>
                <a:ea typeface="Lato"/>
                <a:cs typeface="Lato"/>
              </a:defRPr>
            </a:pPr>
            <a:r>
              <a:rPr sz="1800" b="0">
                <a:solidFill>
                  <a:srgbClr val="003366"/>
                </a:solidFill>
                <a:latin typeface="Lato"/>
                <a:ea typeface="Lato"/>
                <a:cs typeface="Lato"/>
              </a:rPr>
              <a:t>Yêu cầu dữ liệu phòng B bằng</a:t>
            </a:r>
          </a:p>
          <a:p>
            <a:pPr algn="l">
              <a:defRPr sz="1800" b="0">
                <a:solidFill>
                  <a:srgbClr val="003366"/>
                </a:solidFill>
                <a:latin typeface="Lato"/>
                <a:ea typeface="Lato"/>
                <a:cs typeface="Lato"/>
              </a:defRPr>
            </a:pPr>
            <a:r>
              <a:rPr sz="1800" b="0">
                <a:solidFill>
                  <a:srgbClr val="003366"/>
                </a:solidFill>
                <a:latin typeface="Lato"/>
                <a:ea typeface="Lato"/>
                <a:cs typeface="Lato"/>
              </a:rPr>
              <a:t>tài khoản người thuê phòng A.</a:t>
            </a:r>
          </a:p>
          <a:p>
            <a:pPr algn="l">
              <a:defRPr sz="1800" b="0">
                <a:solidFill>
                  <a:srgbClr val="003366"/>
                </a:solidFill>
                <a:latin typeface="Lato"/>
                <a:ea typeface="Lato"/>
                <a:cs typeface="Lato"/>
              </a:defRPr>
            </a:pPr>
            <a:r>
              <a:rPr sz="1800" b="0">
                <a:solidFill>
                  <a:srgbClr val="003366"/>
                </a:solidFill>
                <a:latin typeface="Lato"/>
                <a:ea typeface="Lato"/>
                <a:cs typeface="Lato"/>
              </a:rPr>
              <a:t>Kỳ vọng: backend từ chối.</a:t>
            </a:r>
          </a:p>
        </p:txBody>
      </p:sp>
      <p:sp>
        <p:nvSpPr>
          <p:cNvPr id="20" name="02  Thu hồi node">
            <a:extLst>
              <a:ext uri="{FF2B5EF4-FFF2-40B4-BE49-F238E27FC236}">
                <a16:creationId xmlns:a16="http://schemas.microsoft.com/office/drawing/2014/main" id="{9DCF0299-FF25-4CA3-A60B-2BC364A8D78B}"/>
              </a:ext>
            </a:extLst>
          </p:cNvPr>
          <p:cNvSpPr>
            <a:spLocks noGrp="1"/>
          </p:cNvSpPr>
          <p:nvPr/>
        </p:nvSpPr>
        <p:spPr>
          <a:xfrm>
            <a:off x="6553200" y="4219575"/>
            <a:ext cx="4953000" cy="371475"/>
          </a:xfrm>
          <a:prstGeom prst="rect">
            <a:avLst/>
          </a:prstGeom>
          <a:noFill/>
          <a:ln w="0">
            <a:noFill/>
          </a:ln>
        </p:spPr>
        <p:txBody>
          <a:bodyPr wrap="square" lIns="0" tIns="0" rIns="0" bIns="0" anchor="t">
            <a:noAutofit/>
          </a:bodyPr>
          <a:lstStyle>
            <a:defPPr algn="l">
              <a:defRPr sz="1950" b="1">
                <a:solidFill>
                  <a:srgbClr val="003366"/>
                </a:solidFill>
                <a:latin typeface="Lato"/>
                <a:ea typeface="Lato"/>
                <a:cs typeface="Lato"/>
              </a:defRPr>
            </a:defPPr>
            <a:lvl1pPr algn="l">
              <a:defRPr sz="1950" b="1">
                <a:solidFill>
                  <a:srgbClr val="003366"/>
                </a:solidFill>
                <a:latin typeface="Lato"/>
                <a:ea typeface="Lato"/>
                <a:cs typeface="Lato"/>
              </a:defRPr>
            </a:lvl1pPr>
            <a:lvl2pPr algn="l">
              <a:defRPr sz="1950" b="1">
                <a:solidFill>
                  <a:srgbClr val="003366"/>
                </a:solidFill>
                <a:latin typeface="Lato"/>
                <a:ea typeface="Lato"/>
                <a:cs typeface="Lato"/>
              </a:defRPr>
            </a:lvl2pPr>
            <a:lvl3pPr algn="l">
              <a:defRPr sz="1950" b="1">
                <a:solidFill>
                  <a:srgbClr val="003366"/>
                </a:solidFill>
                <a:latin typeface="Lato"/>
                <a:ea typeface="Lato"/>
                <a:cs typeface="Lato"/>
              </a:defRPr>
            </a:lvl3pPr>
            <a:lvl4pPr algn="l">
              <a:defRPr sz="1950" b="1">
                <a:solidFill>
                  <a:srgbClr val="003366"/>
                </a:solidFill>
                <a:latin typeface="Lato"/>
                <a:ea typeface="Lato"/>
                <a:cs typeface="Lato"/>
              </a:defRPr>
            </a:lvl4pPr>
            <a:lvl5pPr algn="l">
              <a:defRPr sz="1950" b="1">
                <a:solidFill>
                  <a:srgbClr val="003366"/>
                </a:solidFill>
                <a:latin typeface="Lato"/>
                <a:ea typeface="Lato"/>
                <a:cs typeface="Lato"/>
              </a:defRPr>
            </a:lvl5pPr>
            <a:lvl6pPr algn="l">
              <a:defRPr sz="1950" b="1">
                <a:solidFill>
                  <a:srgbClr val="003366"/>
                </a:solidFill>
                <a:latin typeface="Lato"/>
                <a:ea typeface="Lato"/>
                <a:cs typeface="Lato"/>
              </a:defRPr>
            </a:lvl6pPr>
            <a:lvl7pPr algn="l">
              <a:defRPr sz="1950" b="1">
                <a:solidFill>
                  <a:srgbClr val="003366"/>
                </a:solidFill>
                <a:latin typeface="Lato"/>
                <a:ea typeface="Lato"/>
                <a:cs typeface="Lato"/>
              </a:defRPr>
            </a:lvl7pPr>
            <a:lvl8pPr algn="l">
              <a:defRPr sz="1950" b="1">
                <a:solidFill>
                  <a:srgbClr val="003366"/>
                </a:solidFill>
                <a:latin typeface="Lato"/>
                <a:ea typeface="Lato"/>
                <a:cs typeface="Lato"/>
              </a:defRPr>
            </a:lvl8pPr>
            <a:lvl9pPr algn="l">
              <a:defRPr sz="1950" b="1">
                <a:solidFill>
                  <a:srgbClr val="003366"/>
                </a:solidFill>
                <a:latin typeface="Lato"/>
                <a:ea typeface="Lato"/>
                <a:cs typeface="Lato"/>
              </a:defRPr>
            </a:lvl9pPr>
          </a:lstStyle>
          <a:p>
            <a:pPr algn="l">
              <a:defRPr sz="1950" b="1">
                <a:solidFill>
                  <a:srgbClr val="003366"/>
                </a:solidFill>
                <a:latin typeface="Lato"/>
                <a:ea typeface="Lato"/>
                <a:cs typeface="Lato"/>
              </a:defRPr>
            </a:pPr>
            <a:r>
              <a:rPr sz="1950" b="1">
                <a:solidFill>
                  <a:srgbClr val="003366"/>
                </a:solidFill>
                <a:latin typeface="Lato"/>
                <a:ea typeface="Lato"/>
                <a:cs typeface="Lato"/>
              </a:rPr>
              <a:t>02  Thu hồi node</a:t>
            </a:r>
          </a:p>
        </p:txBody>
      </p:sp>
      <p:sp>
        <p:nvSpPr>
          <p:cNvPr id="21" name="Thu hồi node rồi cho node gửi lại dữ liệu.&#10;Kỳ vọng: hệ thống từ chối.">
            <a:extLst>
              <a:ext uri="{FF2B5EF4-FFF2-40B4-BE49-F238E27FC236}">
                <a16:creationId xmlns:a16="http://schemas.microsoft.com/office/drawing/2014/main" id="{2038FB67-9262-4144-B471-D5F692C939BC}"/>
              </a:ext>
            </a:extLst>
          </p:cNvPr>
          <p:cNvSpPr>
            <a:spLocks noGrp="1"/>
          </p:cNvSpPr>
          <p:nvPr/>
        </p:nvSpPr>
        <p:spPr>
          <a:xfrm>
            <a:off x="6553200" y="4705350"/>
            <a:ext cx="4953000" cy="1028700"/>
          </a:xfrm>
          <a:prstGeom prst="rect">
            <a:avLst/>
          </a:prstGeom>
          <a:noFill/>
          <a:ln w="0">
            <a:noFill/>
          </a:ln>
        </p:spPr>
        <p:txBody>
          <a:bodyPr wrap="square" lIns="0" tIns="0" rIns="0" bIns="0" anchor="t">
            <a:noAutofit/>
          </a:bodyPr>
          <a:lstStyle>
            <a:defPPr algn="l">
              <a:defRPr sz="1800" b="0">
                <a:solidFill>
                  <a:srgbClr val="003366"/>
                </a:solidFill>
                <a:latin typeface="Lato"/>
                <a:ea typeface="Lato"/>
                <a:cs typeface="Lato"/>
              </a:defRPr>
            </a:defPPr>
            <a:lvl1pPr algn="l">
              <a:defRPr sz="1800" b="0">
                <a:solidFill>
                  <a:srgbClr val="003366"/>
                </a:solidFill>
                <a:latin typeface="Lato"/>
                <a:ea typeface="Lato"/>
                <a:cs typeface="Lato"/>
              </a:defRPr>
            </a:lvl1pPr>
            <a:lvl2pPr algn="l">
              <a:defRPr sz="1800" b="0">
                <a:solidFill>
                  <a:srgbClr val="003366"/>
                </a:solidFill>
                <a:latin typeface="Lato"/>
                <a:ea typeface="Lato"/>
                <a:cs typeface="Lato"/>
              </a:defRPr>
            </a:lvl2pPr>
            <a:lvl3pPr algn="l">
              <a:defRPr sz="1800" b="0">
                <a:solidFill>
                  <a:srgbClr val="003366"/>
                </a:solidFill>
                <a:latin typeface="Lato"/>
                <a:ea typeface="Lato"/>
                <a:cs typeface="Lato"/>
              </a:defRPr>
            </a:lvl3pPr>
            <a:lvl4pPr algn="l">
              <a:defRPr sz="1800" b="0">
                <a:solidFill>
                  <a:srgbClr val="003366"/>
                </a:solidFill>
                <a:latin typeface="Lato"/>
                <a:ea typeface="Lato"/>
                <a:cs typeface="Lato"/>
              </a:defRPr>
            </a:lvl4pPr>
            <a:lvl5pPr algn="l">
              <a:defRPr sz="1800" b="0">
                <a:solidFill>
                  <a:srgbClr val="003366"/>
                </a:solidFill>
                <a:latin typeface="Lato"/>
                <a:ea typeface="Lato"/>
                <a:cs typeface="Lato"/>
              </a:defRPr>
            </a:lvl5pPr>
            <a:lvl6pPr algn="l">
              <a:defRPr sz="1800" b="0">
                <a:solidFill>
                  <a:srgbClr val="003366"/>
                </a:solidFill>
                <a:latin typeface="Lato"/>
                <a:ea typeface="Lato"/>
                <a:cs typeface="Lato"/>
              </a:defRPr>
            </a:lvl6pPr>
            <a:lvl7pPr algn="l">
              <a:defRPr sz="1800" b="0">
                <a:solidFill>
                  <a:srgbClr val="003366"/>
                </a:solidFill>
                <a:latin typeface="Lato"/>
                <a:ea typeface="Lato"/>
                <a:cs typeface="Lato"/>
              </a:defRPr>
            </a:lvl7pPr>
            <a:lvl8pPr algn="l">
              <a:defRPr sz="1800" b="0">
                <a:solidFill>
                  <a:srgbClr val="003366"/>
                </a:solidFill>
                <a:latin typeface="Lato"/>
                <a:ea typeface="Lato"/>
                <a:cs typeface="Lato"/>
              </a:defRPr>
            </a:lvl8pPr>
            <a:lvl9pPr algn="l">
              <a:defRPr sz="1800" b="0">
                <a:solidFill>
                  <a:srgbClr val="003366"/>
                </a:solidFill>
                <a:latin typeface="Lato"/>
                <a:ea typeface="Lato"/>
                <a:cs typeface="Lato"/>
              </a:defRPr>
            </a:lvl9pPr>
          </a:lstStyle>
          <a:p>
            <a:pPr algn="l">
              <a:defRPr sz="1800" b="0">
                <a:solidFill>
                  <a:srgbClr val="003366"/>
                </a:solidFill>
                <a:latin typeface="Lato"/>
                <a:ea typeface="Lato"/>
                <a:cs typeface="Lato"/>
              </a:defRPr>
            </a:pPr>
            <a:r>
              <a:rPr sz="1800" b="0">
                <a:solidFill>
                  <a:srgbClr val="003366"/>
                </a:solidFill>
                <a:latin typeface="Lato"/>
                <a:ea typeface="Lato"/>
                <a:cs typeface="Lato"/>
              </a:rPr>
              <a:t>Thu hồi node rồi cho node gửi lại dữ liệu.</a:t>
            </a:r>
          </a:p>
          <a:p>
            <a:pPr algn="l">
              <a:defRPr sz="1800" b="0">
                <a:solidFill>
                  <a:srgbClr val="003366"/>
                </a:solidFill>
                <a:latin typeface="Lato"/>
                <a:ea typeface="Lato"/>
                <a:cs typeface="Lato"/>
              </a:defRPr>
            </a:pPr>
            <a:r>
              <a:rPr sz="1800" b="0">
                <a:solidFill>
                  <a:srgbClr val="003366"/>
                </a:solidFill>
                <a:latin typeface="Lato"/>
                <a:ea typeface="Lato"/>
                <a:cs typeface="Lato"/>
              </a:rPr>
              <a:t>Kỳ vọng: hệ thống từ chối.</a:t>
            </a:r>
          </a:p>
        </p:txBody>
      </p:sp>
    </p:spTree>
    <p:extLst>
      <p:ext uri="{BB962C8B-B14F-4D97-AF65-F5344CB8AC3E}">
        <p14:creationId xmlns:p14="http://schemas.microsoft.com/office/powerpoint/2010/main" val="2321085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Google Shape;176;p8">
            <a:extLst>
              <a:ext uri="{FF2B5EF4-FFF2-40B4-BE49-F238E27FC236}">
                <a16:creationId xmlns:a16="http://schemas.microsoft.com/office/drawing/2014/main" id="{4E598D0C-7662-40A6-B0E5-57249D51781C}"/>
              </a:ext>
            </a:extLst>
          </p:cNvPr>
          <p:cNvSpPr>
            <a:spLocks noGrp="1"/>
          </p:cNvSpPr>
          <p:nvPr/>
        </p:nvSpPr>
        <p:spPr>
          <a:xfrm>
            <a:off x="287868" y="260081"/>
            <a:ext cx="660399" cy="527140"/>
          </a:xfrm>
          <a:prstGeom prst="rect">
            <a:avLst/>
          </a:prstGeom>
          <a:solidFill>
            <a:srgbClr val="C00000"/>
          </a:solidFill>
          <a:ln>
            <a:noFill/>
          </a:ln>
        </p:spPr>
        <p:txBody>
          <a:bodyPr spcFirstLastPara="1" wrap="square" lIns="91425" tIns="45700" rIns="91425" bIns="45700" anchor="t">
            <a:noAutofit/>
          </a:bodyPr>
          <a:lstStyle/>
          <a:p>
            <a:pPr marL="0" marR="0" lvl="0" indent="0" algn="ctr">
              <a:lnSpc>
                <a:spcPct val="90000"/>
              </a:lnSpc>
              <a:spcBef>
                <a:spcPts val="0"/>
              </a:spcBef>
              <a:spcAft>
                <a:spcPts val="0"/>
              </a:spcAft>
              <a:buClr>
                <a:schemeClr val="lt1"/>
              </a:buClr>
              <a:buSzPts val="3200"/>
              <a:buFont typeface="Lato"/>
              <a:buNone/>
            </a:pPr>
            <a:r>
              <a:rPr sz="3200" b="1" i="0" u="none" strike="noStrike" cap="none">
                <a:solidFill>
                  <a:schemeClr val="lt1"/>
                </a:solidFill>
                <a:latin typeface="Lato"/>
                <a:ea typeface="Lato"/>
                <a:cs typeface="Lato"/>
              </a:rPr>
              <a:t>4</a:t>
            </a:r>
            <a:endParaRPr/>
          </a:p>
        </p:txBody>
      </p:sp>
      <p:sp>
        <p:nvSpPr>
          <p:cNvPr id="2" name="Google Shape;181;p8">
            <a:extLst>
              <a:ext uri="{FF2B5EF4-FFF2-40B4-BE49-F238E27FC236}">
                <a16:creationId xmlns:a16="http://schemas.microsoft.com/office/drawing/2014/main" id="{A57C218D-4CE3-4159-94BD-1BD06BEC562F}"/>
              </a:ext>
            </a:extLst>
          </p:cNvPr>
          <p:cNvSpPr>
            <a:spLocks noGrp="1"/>
          </p:cNvSpPr>
          <p:nvPr/>
        </p:nvSpPr>
        <p:spPr>
          <a:xfrm>
            <a:off x="1032933" y="230370"/>
            <a:ext cx="10668000" cy="523173"/>
          </a:xfrm>
          <a:prstGeom prst="rect">
            <a:avLst/>
          </a:prstGeom>
          <a:noFill/>
          <a:ln>
            <a:noFill/>
          </a:ln>
        </p:spPr>
        <p:txBody>
          <a:bodyPr spcFirstLastPara="1" wrap="square" lIns="91425" tIns="45700" rIns="91425" bIns="45700" anchor="t">
            <a:noAutofit/>
          </a:bodyPr>
          <a:lstStyle/>
          <a:p>
            <a:pPr marL="0" marR="0" lvl="0" indent="0" algn="l">
              <a:lnSpc>
                <a:spcPct val="90000"/>
              </a:lnSpc>
              <a:spcBef>
                <a:spcPts val="0"/>
              </a:spcBef>
              <a:spcAft>
                <a:spcPts val="0"/>
              </a:spcAft>
              <a:buClr>
                <a:srgbClr val="003366"/>
              </a:buClr>
              <a:buSzPts val="3200"/>
              <a:buFont typeface="Lato"/>
              <a:buNone/>
            </a:pPr>
            <a:r>
              <a:rPr sz="3200" b="1" i="0" u="none" strike="noStrike" cap="none">
                <a:solidFill>
                  <a:srgbClr val="003366"/>
                </a:solidFill>
                <a:latin typeface="Lato"/>
                <a:ea typeface="Lato"/>
                <a:cs typeface="Lato"/>
              </a:rPr>
              <a:t>TÍCH HỢP VÀ TỔNG KẾT</a:t>
            </a:r>
            <a:endParaRPr/>
          </a:p>
        </p:txBody>
      </p:sp>
      <p:cxnSp>
        <p:nvCxnSpPr>
          <p:cNvPr id="3" name="Google Shape;182;p8">
            <a:extLst>
              <a:ext uri="{FF2B5EF4-FFF2-40B4-BE49-F238E27FC236}">
                <a16:creationId xmlns:a16="http://schemas.microsoft.com/office/drawing/2014/main" id="{16F2256B-A4DA-47E0-A0F3-E9B26D66918F}"/>
              </a:ext>
            </a:extLst>
          </p:cNvPr>
          <p:cNvCxnSpPr/>
          <p:nvPr/>
        </p:nvCxnSpPr>
        <p:spPr>
          <a:xfrm rot="10800000" flipH="1">
            <a:off x="1134533" y="753543"/>
            <a:ext cx="3976827" cy="1144"/>
          </a:xfrm>
          <a:prstGeom prst="straightConnector1">
            <a:avLst/>
          </a:prstGeom>
          <a:ln w="38100" cap="flat">
            <a:solidFill>
              <a:srgbClr val="C00000"/>
            </a:solidFill>
            <a:prstDash val="solid"/>
            <a:miter/>
            <a:headEnd type="none" w="sm" len="sm"/>
            <a:tailEnd type="none" w="sm" len="sm"/>
          </a:ln>
        </p:spPr>
      </p:cxnSp>
      <p:sp>
        <p:nvSpPr>
          <p:cNvPr id="4" name="DỰ KIẾN TRIỂN KHAI">
            <a:extLst>
              <a:ext uri="{FF2B5EF4-FFF2-40B4-BE49-F238E27FC236}">
                <a16:creationId xmlns:a16="http://schemas.microsoft.com/office/drawing/2014/main" id="{528628F4-CBAA-4000-A8AD-2DB739548003}"/>
              </a:ext>
            </a:extLst>
          </p:cNvPr>
          <p:cNvSpPr>
            <a:spLocks noGrp="1"/>
          </p:cNvSpPr>
          <p:nvPr/>
        </p:nvSpPr>
        <p:spPr>
          <a:xfrm>
            <a:off x="609600" y="1495425"/>
            <a:ext cx="10972800" cy="361950"/>
          </a:xfrm>
          <a:prstGeom prst="rect">
            <a:avLst/>
          </a:prstGeom>
          <a:noFill/>
          <a:ln w="0">
            <a:noFill/>
          </a:ln>
        </p:spPr>
        <p:txBody>
          <a:bodyPr wrap="square" lIns="0" tIns="0" rIns="0" bIns="0" anchor="t">
            <a:noAutofit/>
          </a:bodyPr>
          <a:lstStyle>
            <a:defPPr algn="l">
              <a:defRPr sz="1875" b="1">
                <a:solidFill>
                  <a:srgbClr val="C00000"/>
                </a:solidFill>
                <a:latin typeface="Lato"/>
                <a:ea typeface="Lato"/>
                <a:cs typeface="Lato"/>
              </a:defRPr>
            </a:defPPr>
            <a:lvl1pPr algn="l">
              <a:buNone/>
              <a:defRPr sz="1875" b="1">
                <a:solidFill>
                  <a:srgbClr val="C00000"/>
                </a:solidFill>
                <a:latin typeface="Lato"/>
                <a:ea typeface="Lato"/>
                <a:cs typeface="Lato"/>
              </a:defRPr>
            </a:lvl1pPr>
            <a:lvl2pPr algn="l">
              <a:buNone/>
              <a:defRPr sz="1875" b="1">
                <a:solidFill>
                  <a:srgbClr val="C00000"/>
                </a:solidFill>
                <a:latin typeface="Lato"/>
                <a:ea typeface="Lato"/>
                <a:cs typeface="Lato"/>
              </a:defRPr>
            </a:lvl2pPr>
            <a:lvl3pPr algn="l">
              <a:buNone/>
              <a:defRPr sz="1875" b="1">
                <a:solidFill>
                  <a:srgbClr val="C00000"/>
                </a:solidFill>
                <a:latin typeface="Lato"/>
                <a:ea typeface="Lato"/>
                <a:cs typeface="Lato"/>
              </a:defRPr>
            </a:lvl3pPr>
            <a:lvl4pPr algn="l">
              <a:buNone/>
              <a:defRPr sz="1875" b="1">
                <a:solidFill>
                  <a:srgbClr val="C00000"/>
                </a:solidFill>
                <a:latin typeface="Lato"/>
                <a:ea typeface="Lato"/>
                <a:cs typeface="Lato"/>
              </a:defRPr>
            </a:lvl4pPr>
            <a:lvl5pPr algn="l">
              <a:buNone/>
              <a:defRPr sz="1875" b="1">
                <a:solidFill>
                  <a:srgbClr val="C00000"/>
                </a:solidFill>
                <a:latin typeface="Lato"/>
                <a:ea typeface="Lato"/>
                <a:cs typeface="Lato"/>
              </a:defRPr>
            </a:lvl5pPr>
            <a:lvl6pPr algn="l">
              <a:buNone/>
              <a:defRPr sz="1875" b="1">
                <a:solidFill>
                  <a:srgbClr val="C00000"/>
                </a:solidFill>
                <a:latin typeface="Lato"/>
                <a:ea typeface="Lato"/>
                <a:cs typeface="Lato"/>
              </a:defRPr>
            </a:lvl6pPr>
            <a:lvl7pPr algn="l">
              <a:buNone/>
              <a:defRPr sz="1875" b="1">
                <a:solidFill>
                  <a:srgbClr val="C00000"/>
                </a:solidFill>
                <a:latin typeface="Lato"/>
                <a:ea typeface="Lato"/>
                <a:cs typeface="Lato"/>
              </a:defRPr>
            </a:lvl7pPr>
            <a:lvl8pPr algn="l">
              <a:buNone/>
              <a:defRPr sz="1875" b="1">
                <a:solidFill>
                  <a:srgbClr val="C00000"/>
                </a:solidFill>
                <a:latin typeface="Lato"/>
                <a:ea typeface="Lato"/>
                <a:cs typeface="Lato"/>
              </a:defRPr>
            </a:lvl8pPr>
            <a:lvl9pPr algn="l">
              <a:buNone/>
              <a:defRPr sz="1875" b="1">
                <a:solidFill>
                  <a:srgbClr val="C00000"/>
                </a:solidFill>
                <a:latin typeface="Lato"/>
                <a:ea typeface="Lato"/>
                <a:cs typeface="Lato"/>
              </a:defRPr>
            </a:lvl9pPr>
          </a:lstStyle>
          <a:p>
            <a:pPr algn="l">
              <a:buNone/>
              <a:defRPr sz="1875" b="1">
                <a:solidFill>
                  <a:srgbClr val="C00000"/>
                </a:solidFill>
                <a:latin typeface="Lato"/>
                <a:ea typeface="Lato"/>
                <a:cs typeface="Lato"/>
              </a:defRPr>
            </a:pPr>
            <a:r>
              <a:rPr sz="1875" b="1">
                <a:solidFill>
                  <a:srgbClr val="C00000"/>
                </a:solidFill>
                <a:latin typeface="Lato"/>
                <a:ea typeface="Lato"/>
                <a:cs typeface="Lato"/>
              </a:rPr>
              <a:t>DỰ KIẾN TRIỂN KHAI</a:t>
            </a:r>
          </a:p>
        </p:txBody>
      </p:sp>
      <p:sp>
        <p:nvSpPr>
          <p:cNvPr id="5" name="Node mất mạng Lưu tạm sự kiện">
            <a:extLst>
              <a:ext uri="{FF2B5EF4-FFF2-40B4-BE49-F238E27FC236}">
                <a16:creationId xmlns:a16="http://schemas.microsoft.com/office/drawing/2014/main" id="{E90C4D40-8BB2-4A97-9161-9AB47A33F409}"/>
              </a:ext>
            </a:extLst>
          </p:cNvPr>
          <p:cNvSpPr>
            <a:spLocks noGrp="1"/>
          </p:cNvSpPr>
          <p:nvPr/>
        </p:nvSpPr>
        <p:spPr>
          <a:xfrm>
            <a:off x="609600" y="2057400"/>
            <a:ext cx="2857500" cy="1314450"/>
          </a:xfrm>
          <a:prstGeom prst="roundRect">
            <a:avLst>
              <a:gd name="adj" fmla="val 7246"/>
            </a:avLst>
          </a:prstGeom>
          <a:solidFill>
            <a:srgbClr val="FFFFFF"/>
          </a:solidFill>
          <a:ln w="17145">
            <a:solidFill>
              <a:srgbClr val="003366"/>
            </a:solidFill>
          </a:ln>
        </p:spPr>
        <p:txBody>
          <a:bodyPr wrap="square" lIns="114300" tIns="66675" rIns="114300" bIns="66675" anchor="ctr">
            <a:noAutofit/>
          </a:bodyPr>
          <a:lstStyle>
            <a:defPPr algn="ctr">
              <a:defRPr sz="2250" b="1">
                <a:solidFill>
                  <a:srgbClr val="003366"/>
                </a:solidFill>
                <a:latin typeface="Lato"/>
                <a:ea typeface="Lato"/>
                <a:cs typeface="Lato"/>
              </a:defRPr>
            </a:defPPr>
            <a:lvl1pPr algn="ctr">
              <a:buNone/>
              <a:defRPr sz="2250" b="1">
                <a:solidFill>
                  <a:srgbClr val="003366"/>
                </a:solidFill>
                <a:latin typeface="Lato"/>
                <a:ea typeface="Lato"/>
                <a:cs typeface="Lato"/>
              </a:defRPr>
            </a:lvl1pPr>
            <a:lvl2pPr algn="ctr">
              <a:buNone/>
              <a:defRPr sz="2250" b="1">
                <a:solidFill>
                  <a:srgbClr val="003366"/>
                </a:solidFill>
                <a:latin typeface="Lato"/>
                <a:ea typeface="Lato"/>
                <a:cs typeface="Lato"/>
              </a:defRPr>
            </a:lvl2pPr>
            <a:lvl3pPr algn="ctr">
              <a:buNone/>
              <a:defRPr sz="2250" b="1">
                <a:solidFill>
                  <a:srgbClr val="003366"/>
                </a:solidFill>
                <a:latin typeface="Lato"/>
                <a:ea typeface="Lato"/>
                <a:cs typeface="Lato"/>
              </a:defRPr>
            </a:lvl3pPr>
            <a:lvl4pPr algn="ctr">
              <a:buNone/>
              <a:defRPr sz="2250" b="1">
                <a:solidFill>
                  <a:srgbClr val="003366"/>
                </a:solidFill>
                <a:latin typeface="Lato"/>
                <a:ea typeface="Lato"/>
                <a:cs typeface="Lato"/>
              </a:defRPr>
            </a:lvl4pPr>
            <a:lvl5pPr algn="ctr">
              <a:buNone/>
              <a:defRPr sz="2250" b="1">
                <a:solidFill>
                  <a:srgbClr val="003366"/>
                </a:solidFill>
                <a:latin typeface="Lato"/>
                <a:ea typeface="Lato"/>
                <a:cs typeface="Lato"/>
              </a:defRPr>
            </a:lvl5pPr>
            <a:lvl6pPr algn="ctr">
              <a:buNone/>
              <a:defRPr sz="2250" b="1">
                <a:solidFill>
                  <a:srgbClr val="003366"/>
                </a:solidFill>
                <a:latin typeface="Lato"/>
                <a:ea typeface="Lato"/>
                <a:cs typeface="Lato"/>
              </a:defRPr>
            </a:lvl6pPr>
            <a:lvl7pPr algn="ctr">
              <a:buNone/>
              <a:defRPr sz="2250" b="1">
                <a:solidFill>
                  <a:srgbClr val="003366"/>
                </a:solidFill>
                <a:latin typeface="Lato"/>
                <a:ea typeface="Lato"/>
                <a:cs typeface="Lato"/>
              </a:defRPr>
            </a:lvl7pPr>
            <a:lvl8pPr algn="ctr">
              <a:buNone/>
              <a:defRPr sz="2250" b="1">
                <a:solidFill>
                  <a:srgbClr val="003366"/>
                </a:solidFill>
                <a:latin typeface="Lato"/>
                <a:ea typeface="Lato"/>
                <a:cs typeface="Lato"/>
              </a:defRPr>
            </a:lvl8pPr>
            <a:lvl9pPr algn="ctr">
              <a:buNone/>
              <a:defRPr sz="2250" b="1">
                <a:solidFill>
                  <a:srgbClr val="003366"/>
                </a:solidFill>
                <a:latin typeface="Lato"/>
                <a:ea typeface="Lato"/>
                <a:cs typeface="Lato"/>
              </a:defRPr>
            </a:lvl9pPr>
          </a:lstStyle>
          <a:p>
            <a:pPr algn="ctr">
              <a:buNone/>
              <a:defRPr sz="2250" b="1">
                <a:solidFill>
                  <a:srgbClr val="003366"/>
                </a:solidFill>
                <a:latin typeface="Lato"/>
                <a:ea typeface="Lato"/>
                <a:cs typeface="Lato"/>
              </a:defRPr>
            </a:pPr>
            <a:r>
              <a:rPr sz="2250" b="1">
                <a:solidFill>
                  <a:srgbClr val="003366"/>
                </a:solidFill>
                <a:latin typeface="Lato"/>
                <a:ea typeface="Lato"/>
                <a:cs typeface="Lato"/>
              </a:rPr>
              <a:t>Node mất mạng</a:t>
            </a:r>
          </a:p>
          <a:p>
            <a:pPr algn="ctr">
              <a:buNone/>
              <a:defRPr sz="2250" b="1">
                <a:solidFill>
                  <a:srgbClr val="003366"/>
                </a:solidFill>
                <a:latin typeface="Lato"/>
                <a:ea typeface="Lato"/>
                <a:cs typeface="Lato"/>
              </a:defRPr>
            </a:pPr>
            <a:r>
              <a:rPr sz="2250" b="1">
                <a:solidFill>
                  <a:srgbClr val="003366"/>
                </a:solidFill>
                <a:latin typeface="Lato"/>
                <a:ea typeface="Lato"/>
                <a:cs typeface="Lato"/>
              </a:rPr>
              <a:t>Lưu tạm sự kiện</a:t>
            </a:r>
          </a:p>
        </p:txBody>
      </p:sp>
      <p:sp>
        <p:nvSpPr>
          <p:cNvPr id="6" name="Có mạng trở lại Gửi bù bản tin">
            <a:extLst>
              <a:ext uri="{FF2B5EF4-FFF2-40B4-BE49-F238E27FC236}">
                <a16:creationId xmlns:a16="http://schemas.microsoft.com/office/drawing/2014/main" id="{AA0911FA-2D91-4806-915E-A83F165CAD5C}"/>
              </a:ext>
            </a:extLst>
          </p:cNvPr>
          <p:cNvSpPr>
            <a:spLocks noGrp="1"/>
          </p:cNvSpPr>
          <p:nvPr/>
        </p:nvSpPr>
        <p:spPr>
          <a:xfrm>
            <a:off x="4657725" y="2057400"/>
            <a:ext cx="2857500" cy="1314450"/>
          </a:xfrm>
          <a:prstGeom prst="roundRect">
            <a:avLst>
              <a:gd name="adj" fmla="val 7246"/>
            </a:avLst>
          </a:prstGeom>
          <a:solidFill>
            <a:srgbClr val="FFFFFF"/>
          </a:solidFill>
          <a:ln w="17145">
            <a:solidFill>
              <a:srgbClr val="003366"/>
            </a:solidFill>
          </a:ln>
        </p:spPr>
        <p:txBody>
          <a:bodyPr wrap="square" lIns="114300" tIns="66675" rIns="114300" bIns="66675" anchor="ctr">
            <a:noAutofit/>
          </a:bodyPr>
          <a:lstStyle>
            <a:defPPr algn="ctr">
              <a:defRPr sz="2250" b="1">
                <a:solidFill>
                  <a:srgbClr val="003366"/>
                </a:solidFill>
                <a:latin typeface="Lato"/>
                <a:ea typeface="Lato"/>
                <a:cs typeface="Lato"/>
              </a:defRPr>
            </a:defPPr>
            <a:lvl1pPr algn="ctr">
              <a:buNone/>
              <a:defRPr sz="2250" b="1">
                <a:solidFill>
                  <a:srgbClr val="003366"/>
                </a:solidFill>
                <a:latin typeface="Lato"/>
                <a:ea typeface="Lato"/>
                <a:cs typeface="Lato"/>
              </a:defRPr>
            </a:lvl1pPr>
            <a:lvl2pPr algn="ctr">
              <a:buNone/>
              <a:defRPr sz="2250" b="1">
                <a:solidFill>
                  <a:srgbClr val="003366"/>
                </a:solidFill>
                <a:latin typeface="Lato"/>
                <a:ea typeface="Lato"/>
                <a:cs typeface="Lato"/>
              </a:defRPr>
            </a:lvl2pPr>
            <a:lvl3pPr algn="ctr">
              <a:buNone/>
              <a:defRPr sz="2250" b="1">
                <a:solidFill>
                  <a:srgbClr val="003366"/>
                </a:solidFill>
                <a:latin typeface="Lato"/>
                <a:ea typeface="Lato"/>
                <a:cs typeface="Lato"/>
              </a:defRPr>
            </a:lvl3pPr>
            <a:lvl4pPr algn="ctr">
              <a:buNone/>
              <a:defRPr sz="2250" b="1">
                <a:solidFill>
                  <a:srgbClr val="003366"/>
                </a:solidFill>
                <a:latin typeface="Lato"/>
                <a:ea typeface="Lato"/>
                <a:cs typeface="Lato"/>
              </a:defRPr>
            </a:lvl4pPr>
            <a:lvl5pPr algn="ctr">
              <a:buNone/>
              <a:defRPr sz="2250" b="1">
                <a:solidFill>
                  <a:srgbClr val="003366"/>
                </a:solidFill>
                <a:latin typeface="Lato"/>
                <a:ea typeface="Lato"/>
                <a:cs typeface="Lato"/>
              </a:defRPr>
            </a:lvl5pPr>
            <a:lvl6pPr algn="ctr">
              <a:buNone/>
              <a:defRPr sz="2250" b="1">
                <a:solidFill>
                  <a:srgbClr val="003366"/>
                </a:solidFill>
                <a:latin typeface="Lato"/>
                <a:ea typeface="Lato"/>
                <a:cs typeface="Lato"/>
              </a:defRPr>
            </a:lvl6pPr>
            <a:lvl7pPr algn="ctr">
              <a:buNone/>
              <a:defRPr sz="2250" b="1">
                <a:solidFill>
                  <a:srgbClr val="003366"/>
                </a:solidFill>
                <a:latin typeface="Lato"/>
                <a:ea typeface="Lato"/>
                <a:cs typeface="Lato"/>
              </a:defRPr>
            </a:lvl7pPr>
            <a:lvl8pPr algn="ctr">
              <a:buNone/>
              <a:defRPr sz="2250" b="1">
                <a:solidFill>
                  <a:srgbClr val="003366"/>
                </a:solidFill>
                <a:latin typeface="Lato"/>
                <a:ea typeface="Lato"/>
                <a:cs typeface="Lato"/>
              </a:defRPr>
            </a:lvl8pPr>
            <a:lvl9pPr algn="ctr">
              <a:buNone/>
              <a:defRPr sz="2250" b="1">
                <a:solidFill>
                  <a:srgbClr val="003366"/>
                </a:solidFill>
                <a:latin typeface="Lato"/>
                <a:ea typeface="Lato"/>
                <a:cs typeface="Lato"/>
              </a:defRPr>
            </a:lvl9pPr>
          </a:lstStyle>
          <a:p>
            <a:pPr algn="ctr">
              <a:buNone/>
              <a:defRPr sz="2250" b="1">
                <a:solidFill>
                  <a:srgbClr val="003366"/>
                </a:solidFill>
                <a:latin typeface="Lato"/>
                <a:ea typeface="Lato"/>
                <a:cs typeface="Lato"/>
              </a:defRPr>
            </a:pPr>
            <a:r>
              <a:rPr sz="2250" b="1">
                <a:solidFill>
                  <a:srgbClr val="003366"/>
                </a:solidFill>
                <a:latin typeface="Lato"/>
                <a:ea typeface="Lato"/>
                <a:cs typeface="Lato"/>
              </a:rPr>
              <a:t>Có mạng trở lại</a:t>
            </a:r>
          </a:p>
          <a:p>
            <a:pPr algn="ctr">
              <a:buNone/>
              <a:defRPr sz="2250" b="1">
                <a:solidFill>
                  <a:srgbClr val="003366"/>
                </a:solidFill>
                <a:latin typeface="Lato"/>
                <a:ea typeface="Lato"/>
                <a:cs typeface="Lato"/>
              </a:defRPr>
            </a:pPr>
            <a:r>
              <a:rPr sz="2250" b="1">
                <a:solidFill>
                  <a:srgbClr val="003366"/>
                </a:solidFill>
                <a:latin typeface="Lato"/>
                <a:ea typeface="Lato"/>
                <a:cs typeface="Lato"/>
              </a:rPr>
              <a:t>Gửi bù bản tin</a:t>
            </a:r>
          </a:p>
        </p:txBody>
      </p:sp>
      <p:sp>
        <p:nvSpPr>
          <p:cNvPr id="7" name="Backend đối chiếu Cập nhật lịch sử">
            <a:extLst>
              <a:ext uri="{FF2B5EF4-FFF2-40B4-BE49-F238E27FC236}">
                <a16:creationId xmlns:a16="http://schemas.microsoft.com/office/drawing/2014/main" id="{DD458AB4-E963-452D-A258-D3D7C554F88B}"/>
              </a:ext>
            </a:extLst>
          </p:cNvPr>
          <p:cNvSpPr>
            <a:spLocks noGrp="1"/>
          </p:cNvSpPr>
          <p:nvPr/>
        </p:nvSpPr>
        <p:spPr>
          <a:xfrm>
            <a:off x="8696325" y="2057400"/>
            <a:ext cx="2857500" cy="1314450"/>
          </a:xfrm>
          <a:prstGeom prst="roundRect">
            <a:avLst>
              <a:gd name="adj" fmla="val 7246"/>
            </a:avLst>
          </a:prstGeom>
          <a:solidFill>
            <a:srgbClr val="FFFFFF"/>
          </a:solidFill>
          <a:ln w="17145">
            <a:solidFill>
              <a:srgbClr val="003366"/>
            </a:solidFill>
          </a:ln>
        </p:spPr>
        <p:txBody>
          <a:bodyPr wrap="square" lIns="114300" tIns="66675" rIns="114300" bIns="66675" anchor="ctr">
            <a:noAutofit/>
          </a:bodyPr>
          <a:lstStyle>
            <a:defPPr algn="ctr">
              <a:defRPr sz="2250" b="1">
                <a:solidFill>
                  <a:srgbClr val="003366"/>
                </a:solidFill>
                <a:latin typeface="Lato"/>
                <a:ea typeface="Lato"/>
                <a:cs typeface="Lato"/>
              </a:defRPr>
            </a:defPPr>
            <a:lvl1pPr algn="ctr">
              <a:buNone/>
              <a:defRPr sz="2250" b="1">
                <a:solidFill>
                  <a:srgbClr val="003366"/>
                </a:solidFill>
                <a:latin typeface="Lato"/>
                <a:ea typeface="Lato"/>
                <a:cs typeface="Lato"/>
              </a:defRPr>
            </a:lvl1pPr>
            <a:lvl2pPr algn="ctr">
              <a:buNone/>
              <a:defRPr sz="2250" b="1">
                <a:solidFill>
                  <a:srgbClr val="003366"/>
                </a:solidFill>
                <a:latin typeface="Lato"/>
                <a:ea typeface="Lato"/>
                <a:cs typeface="Lato"/>
              </a:defRPr>
            </a:lvl2pPr>
            <a:lvl3pPr algn="ctr">
              <a:buNone/>
              <a:defRPr sz="2250" b="1">
                <a:solidFill>
                  <a:srgbClr val="003366"/>
                </a:solidFill>
                <a:latin typeface="Lato"/>
                <a:ea typeface="Lato"/>
                <a:cs typeface="Lato"/>
              </a:defRPr>
            </a:lvl3pPr>
            <a:lvl4pPr algn="ctr">
              <a:buNone/>
              <a:defRPr sz="2250" b="1">
                <a:solidFill>
                  <a:srgbClr val="003366"/>
                </a:solidFill>
                <a:latin typeface="Lato"/>
                <a:ea typeface="Lato"/>
                <a:cs typeface="Lato"/>
              </a:defRPr>
            </a:lvl4pPr>
            <a:lvl5pPr algn="ctr">
              <a:buNone/>
              <a:defRPr sz="2250" b="1">
                <a:solidFill>
                  <a:srgbClr val="003366"/>
                </a:solidFill>
                <a:latin typeface="Lato"/>
                <a:ea typeface="Lato"/>
                <a:cs typeface="Lato"/>
              </a:defRPr>
            </a:lvl5pPr>
            <a:lvl6pPr algn="ctr">
              <a:buNone/>
              <a:defRPr sz="2250" b="1">
                <a:solidFill>
                  <a:srgbClr val="003366"/>
                </a:solidFill>
                <a:latin typeface="Lato"/>
                <a:ea typeface="Lato"/>
                <a:cs typeface="Lato"/>
              </a:defRPr>
            </a:lvl6pPr>
            <a:lvl7pPr algn="ctr">
              <a:buNone/>
              <a:defRPr sz="2250" b="1">
                <a:solidFill>
                  <a:srgbClr val="003366"/>
                </a:solidFill>
                <a:latin typeface="Lato"/>
                <a:ea typeface="Lato"/>
                <a:cs typeface="Lato"/>
              </a:defRPr>
            </a:lvl7pPr>
            <a:lvl8pPr algn="ctr">
              <a:buNone/>
              <a:defRPr sz="2250" b="1">
                <a:solidFill>
                  <a:srgbClr val="003366"/>
                </a:solidFill>
                <a:latin typeface="Lato"/>
                <a:ea typeface="Lato"/>
                <a:cs typeface="Lato"/>
              </a:defRPr>
            </a:lvl8pPr>
            <a:lvl9pPr algn="ctr">
              <a:buNone/>
              <a:defRPr sz="2250" b="1">
                <a:solidFill>
                  <a:srgbClr val="003366"/>
                </a:solidFill>
                <a:latin typeface="Lato"/>
                <a:ea typeface="Lato"/>
                <a:cs typeface="Lato"/>
              </a:defRPr>
            </a:lvl9pPr>
          </a:lstStyle>
          <a:p>
            <a:pPr algn="ctr">
              <a:buNone/>
              <a:defRPr sz="2250" b="1">
                <a:solidFill>
                  <a:srgbClr val="003366"/>
                </a:solidFill>
                <a:latin typeface="Lato"/>
                <a:ea typeface="Lato"/>
                <a:cs typeface="Lato"/>
              </a:defRPr>
            </a:pPr>
            <a:r>
              <a:rPr sz="2250" b="1">
                <a:solidFill>
                  <a:srgbClr val="003366"/>
                </a:solidFill>
                <a:latin typeface="Lato"/>
                <a:ea typeface="Lato"/>
                <a:cs typeface="Lato"/>
              </a:rPr>
              <a:t>Backend đối chiếu</a:t>
            </a:r>
          </a:p>
          <a:p>
            <a:pPr algn="ctr">
              <a:buNone/>
              <a:defRPr sz="2250" b="1">
                <a:solidFill>
                  <a:srgbClr val="003366"/>
                </a:solidFill>
                <a:latin typeface="Lato"/>
                <a:ea typeface="Lato"/>
                <a:cs typeface="Lato"/>
              </a:defRPr>
            </a:pPr>
            <a:r>
              <a:rPr sz="2250" b="1">
                <a:solidFill>
                  <a:srgbClr val="003366"/>
                </a:solidFill>
                <a:latin typeface="Lato"/>
                <a:ea typeface="Lato"/>
                <a:cs typeface="Lato"/>
              </a:rPr>
              <a:t>Cập nhật lịch sử</a:t>
            </a:r>
          </a:p>
        </p:txBody>
      </p:sp>
      <p:cxnSp>
        <p:nvCxnSpPr>
          <p:cNvPr id="8" name="Diagram connection">
            <a:extLst>
              <a:ext uri="{FF2B5EF4-FFF2-40B4-BE49-F238E27FC236}">
                <a16:creationId xmlns:a16="http://schemas.microsoft.com/office/drawing/2014/main" id="{D03B7152-D9A1-46B8-975B-3A4B6CFA3A69}"/>
              </a:ext>
            </a:extLst>
          </p:cNvPr>
          <p:cNvCxnSpPr/>
          <p:nvPr/>
        </p:nvCxnSpPr>
        <p:spPr>
          <a:xfrm>
            <a:off x="3467100" y="2714625"/>
            <a:ext cx="1190625" cy="0"/>
          </a:xfrm>
          <a:prstGeom prst="straightConnector1">
            <a:avLst/>
          </a:prstGeom>
          <a:ln w="17145">
            <a:solidFill>
              <a:srgbClr val="888888"/>
            </a:solidFill>
            <a:prstDash val="solid"/>
            <a:tailEnd type="triangle" w="sm" len="sm"/>
          </a:ln>
        </p:spPr>
      </p:cxnSp>
      <p:cxnSp>
        <p:nvCxnSpPr>
          <p:cNvPr id="9" name="Diagram connection">
            <a:extLst>
              <a:ext uri="{FF2B5EF4-FFF2-40B4-BE49-F238E27FC236}">
                <a16:creationId xmlns:a16="http://schemas.microsoft.com/office/drawing/2014/main" id="{1A9D7081-6DBC-452C-8D07-A6F8460D2C66}"/>
              </a:ext>
            </a:extLst>
          </p:cNvPr>
          <p:cNvCxnSpPr/>
          <p:nvPr/>
        </p:nvCxnSpPr>
        <p:spPr>
          <a:xfrm>
            <a:off x="7515225" y="2714625"/>
            <a:ext cx="1181100" cy="0"/>
          </a:xfrm>
          <a:prstGeom prst="straightConnector1">
            <a:avLst/>
          </a:prstGeom>
          <a:ln w="17145">
            <a:solidFill>
              <a:srgbClr val="888888"/>
            </a:solidFill>
            <a:prstDash val="solid"/>
            <a:tailEnd type="triangle" w="sm" len="sm"/>
          </a:ln>
        </p:spPr>
      </p:cxnSp>
      <p:sp>
        <p:nvSpPr>
          <p:cNvPr id="10" name="Phân biệt sự kiện cũ với nguy cơ đang tiếp diễn.">
            <a:extLst>
              <a:ext uri="{FF2B5EF4-FFF2-40B4-BE49-F238E27FC236}">
                <a16:creationId xmlns:a16="http://schemas.microsoft.com/office/drawing/2014/main" id="{42C8C025-E412-401E-AA36-B30BAE4EFA5E}"/>
              </a:ext>
            </a:extLst>
          </p:cNvPr>
          <p:cNvSpPr>
            <a:spLocks noGrp="1"/>
          </p:cNvSpPr>
          <p:nvPr/>
        </p:nvSpPr>
        <p:spPr>
          <a:xfrm>
            <a:off x="609600" y="4171950"/>
            <a:ext cx="10972800" cy="523875"/>
          </a:xfrm>
          <a:prstGeom prst="rect">
            <a:avLst/>
          </a:prstGeom>
          <a:noFill/>
          <a:ln w="0">
            <a:noFill/>
          </a:ln>
        </p:spPr>
        <p:txBody>
          <a:bodyPr wrap="square" lIns="0" tIns="0" rIns="0" bIns="0" anchor="t">
            <a:noAutofit/>
          </a:bodyPr>
          <a:lstStyle>
            <a:defPPr algn="l">
              <a:defRPr sz="2400" b="1">
                <a:solidFill>
                  <a:srgbClr val="003366"/>
                </a:solidFill>
                <a:latin typeface="Lato"/>
                <a:ea typeface="Lato"/>
                <a:cs typeface="Lato"/>
              </a:defRPr>
            </a:defPPr>
            <a:lvl1pPr algn="l">
              <a:buNone/>
              <a:defRPr sz="2400" b="1">
                <a:solidFill>
                  <a:srgbClr val="003366"/>
                </a:solidFill>
                <a:latin typeface="Lato"/>
                <a:ea typeface="Lato"/>
                <a:cs typeface="Lato"/>
              </a:defRPr>
            </a:lvl1pPr>
            <a:lvl2pPr algn="l">
              <a:buNone/>
              <a:defRPr sz="2400" b="1">
                <a:solidFill>
                  <a:srgbClr val="003366"/>
                </a:solidFill>
                <a:latin typeface="Lato"/>
                <a:ea typeface="Lato"/>
                <a:cs typeface="Lato"/>
              </a:defRPr>
            </a:lvl2pPr>
            <a:lvl3pPr algn="l">
              <a:buNone/>
              <a:defRPr sz="2400" b="1">
                <a:solidFill>
                  <a:srgbClr val="003366"/>
                </a:solidFill>
                <a:latin typeface="Lato"/>
                <a:ea typeface="Lato"/>
                <a:cs typeface="Lato"/>
              </a:defRPr>
            </a:lvl3pPr>
            <a:lvl4pPr algn="l">
              <a:buNone/>
              <a:defRPr sz="2400" b="1">
                <a:solidFill>
                  <a:srgbClr val="003366"/>
                </a:solidFill>
                <a:latin typeface="Lato"/>
                <a:ea typeface="Lato"/>
                <a:cs typeface="Lato"/>
              </a:defRPr>
            </a:lvl4pPr>
            <a:lvl5pPr algn="l">
              <a:buNone/>
              <a:defRPr sz="2400" b="1">
                <a:solidFill>
                  <a:srgbClr val="003366"/>
                </a:solidFill>
                <a:latin typeface="Lato"/>
                <a:ea typeface="Lato"/>
                <a:cs typeface="Lato"/>
              </a:defRPr>
            </a:lvl5pPr>
            <a:lvl6pPr algn="l">
              <a:buNone/>
              <a:defRPr sz="2400" b="1">
                <a:solidFill>
                  <a:srgbClr val="003366"/>
                </a:solidFill>
                <a:latin typeface="Lato"/>
                <a:ea typeface="Lato"/>
                <a:cs typeface="Lato"/>
              </a:defRPr>
            </a:lvl6pPr>
            <a:lvl7pPr algn="l">
              <a:buNone/>
              <a:defRPr sz="2400" b="1">
                <a:solidFill>
                  <a:srgbClr val="003366"/>
                </a:solidFill>
                <a:latin typeface="Lato"/>
                <a:ea typeface="Lato"/>
                <a:cs typeface="Lato"/>
              </a:defRPr>
            </a:lvl7pPr>
            <a:lvl8pPr algn="l">
              <a:buNone/>
              <a:defRPr sz="2400" b="1">
                <a:solidFill>
                  <a:srgbClr val="003366"/>
                </a:solidFill>
                <a:latin typeface="Lato"/>
                <a:ea typeface="Lato"/>
                <a:cs typeface="Lato"/>
              </a:defRPr>
            </a:lvl8pPr>
            <a:lvl9pPr algn="l">
              <a:buNone/>
              <a:defRPr sz="2400" b="1">
                <a:solidFill>
                  <a:srgbClr val="003366"/>
                </a:solidFill>
                <a:latin typeface="Lato"/>
                <a:ea typeface="Lato"/>
                <a:cs typeface="Lato"/>
              </a:defRPr>
            </a:lvl9pPr>
          </a:lstStyle>
          <a:p>
            <a:pPr algn="l">
              <a:buNone/>
              <a:defRPr sz="2400" b="1">
                <a:solidFill>
                  <a:srgbClr val="003366"/>
                </a:solidFill>
                <a:latin typeface="Lato"/>
                <a:ea typeface="Lato"/>
                <a:cs typeface="Lato"/>
              </a:defRPr>
            </a:pPr>
            <a:r>
              <a:rPr sz="2400" b="1" dirty="0" err="1">
                <a:solidFill>
                  <a:srgbClr val="003366"/>
                </a:solidFill>
                <a:latin typeface="Lato"/>
                <a:ea typeface="Lato"/>
                <a:cs typeface="Lato"/>
              </a:rPr>
              <a:t>Phân</a:t>
            </a:r>
            <a:r>
              <a:rPr sz="2400" b="1" dirty="0">
                <a:solidFill>
                  <a:srgbClr val="003366"/>
                </a:solidFill>
                <a:latin typeface="Lato"/>
                <a:ea typeface="Lato"/>
                <a:cs typeface="Lato"/>
              </a:rPr>
              <a:t> </a:t>
            </a:r>
            <a:r>
              <a:rPr sz="2400" b="1" dirty="0" err="1">
                <a:solidFill>
                  <a:srgbClr val="003366"/>
                </a:solidFill>
                <a:latin typeface="Lato"/>
                <a:ea typeface="Lato"/>
                <a:cs typeface="Lato"/>
              </a:rPr>
              <a:t>biệt</a:t>
            </a:r>
            <a:r>
              <a:rPr sz="2400" b="1" dirty="0">
                <a:solidFill>
                  <a:srgbClr val="003366"/>
                </a:solidFill>
                <a:latin typeface="Lato"/>
                <a:ea typeface="Lato"/>
                <a:cs typeface="Lato"/>
              </a:rPr>
              <a:t> </a:t>
            </a:r>
            <a:r>
              <a:rPr sz="2400" b="1" dirty="0" err="1">
                <a:solidFill>
                  <a:srgbClr val="003366"/>
                </a:solidFill>
                <a:latin typeface="Lato"/>
                <a:ea typeface="Lato"/>
                <a:cs typeface="Lato"/>
              </a:rPr>
              <a:t>sự</a:t>
            </a:r>
            <a:r>
              <a:rPr sz="2400" b="1" dirty="0">
                <a:solidFill>
                  <a:srgbClr val="003366"/>
                </a:solidFill>
                <a:latin typeface="Lato"/>
                <a:ea typeface="Lato"/>
                <a:cs typeface="Lato"/>
              </a:rPr>
              <a:t> </a:t>
            </a:r>
            <a:r>
              <a:rPr sz="2400" b="1" dirty="0" err="1">
                <a:solidFill>
                  <a:srgbClr val="003366"/>
                </a:solidFill>
                <a:latin typeface="Lato"/>
                <a:ea typeface="Lato"/>
                <a:cs typeface="Lato"/>
              </a:rPr>
              <a:t>kiện</a:t>
            </a:r>
            <a:r>
              <a:rPr sz="2400" b="1" dirty="0">
                <a:solidFill>
                  <a:srgbClr val="003366"/>
                </a:solidFill>
                <a:latin typeface="Lato"/>
                <a:ea typeface="Lato"/>
                <a:cs typeface="Lato"/>
              </a:rPr>
              <a:t> </a:t>
            </a:r>
            <a:r>
              <a:rPr sz="2400" b="1" dirty="0" err="1">
                <a:solidFill>
                  <a:srgbClr val="003366"/>
                </a:solidFill>
                <a:latin typeface="Lato"/>
                <a:ea typeface="Lato"/>
                <a:cs typeface="Lato"/>
              </a:rPr>
              <a:t>cũ</a:t>
            </a:r>
            <a:r>
              <a:rPr sz="2400" b="1" dirty="0">
                <a:solidFill>
                  <a:srgbClr val="003366"/>
                </a:solidFill>
                <a:latin typeface="Lato"/>
                <a:ea typeface="Lato"/>
                <a:cs typeface="Lato"/>
              </a:rPr>
              <a:t> </a:t>
            </a:r>
            <a:r>
              <a:rPr sz="2400" b="1" dirty="0" err="1">
                <a:solidFill>
                  <a:srgbClr val="003366"/>
                </a:solidFill>
                <a:latin typeface="Lato"/>
                <a:ea typeface="Lato"/>
                <a:cs typeface="Lato"/>
              </a:rPr>
              <a:t>với</a:t>
            </a:r>
            <a:r>
              <a:rPr sz="2400" b="1" dirty="0">
                <a:solidFill>
                  <a:srgbClr val="003366"/>
                </a:solidFill>
                <a:latin typeface="Lato"/>
                <a:ea typeface="Lato"/>
                <a:cs typeface="Lato"/>
              </a:rPr>
              <a:t> </a:t>
            </a:r>
            <a:r>
              <a:rPr sz="2400" b="1" dirty="0" err="1">
                <a:solidFill>
                  <a:srgbClr val="003366"/>
                </a:solidFill>
                <a:latin typeface="Lato"/>
                <a:ea typeface="Lato"/>
                <a:cs typeface="Lato"/>
              </a:rPr>
              <a:t>nguy</a:t>
            </a:r>
            <a:r>
              <a:rPr sz="2400" b="1" dirty="0">
                <a:solidFill>
                  <a:srgbClr val="003366"/>
                </a:solidFill>
                <a:latin typeface="Lato"/>
                <a:ea typeface="Lato"/>
                <a:cs typeface="Lato"/>
              </a:rPr>
              <a:t> </a:t>
            </a:r>
            <a:r>
              <a:rPr sz="2400" b="1" dirty="0" err="1">
                <a:solidFill>
                  <a:srgbClr val="003366"/>
                </a:solidFill>
                <a:latin typeface="Lato"/>
                <a:ea typeface="Lato"/>
                <a:cs typeface="Lato"/>
              </a:rPr>
              <a:t>cơ</a:t>
            </a:r>
            <a:r>
              <a:rPr sz="2400" b="1" dirty="0">
                <a:solidFill>
                  <a:srgbClr val="003366"/>
                </a:solidFill>
                <a:latin typeface="Lato"/>
                <a:ea typeface="Lato"/>
                <a:cs typeface="Lato"/>
              </a:rPr>
              <a:t> </a:t>
            </a:r>
            <a:r>
              <a:rPr sz="2400" b="1" dirty="0" err="1">
                <a:solidFill>
                  <a:srgbClr val="003366"/>
                </a:solidFill>
                <a:latin typeface="Lato"/>
                <a:ea typeface="Lato"/>
                <a:cs typeface="Lato"/>
              </a:rPr>
              <a:t>đang</a:t>
            </a:r>
            <a:r>
              <a:rPr sz="2400" b="1" dirty="0">
                <a:solidFill>
                  <a:srgbClr val="003366"/>
                </a:solidFill>
                <a:latin typeface="Lato"/>
                <a:ea typeface="Lato"/>
                <a:cs typeface="Lato"/>
              </a:rPr>
              <a:t> </a:t>
            </a:r>
            <a:r>
              <a:rPr sz="2400" b="1" dirty="0" err="1">
                <a:solidFill>
                  <a:srgbClr val="003366"/>
                </a:solidFill>
                <a:latin typeface="Lato"/>
                <a:ea typeface="Lato"/>
                <a:cs typeface="Lato"/>
              </a:rPr>
              <a:t>tiếp</a:t>
            </a:r>
            <a:r>
              <a:rPr sz="2400" b="1" dirty="0">
                <a:solidFill>
                  <a:srgbClr val="003366"/>
                </a:solidFill>
                <a:latin typeface="Lato"/>
                <a:ea typeface="Lato"/>
                <a:cs typeface="Lato"/>
              </a:rPr>
              <a:t> </a:t>
            </a:r>
            <a:r>
              <a:rPr sz="2400" b="1" dirty="0" err="1">
                <a:solidFill>
                  <a:srgbClr val="003366"/>
                </a:solidFill>
                <a:latin typeface="Lato"/>
                <a:ea typeface="Lato"/>
                <a:cs typeface="Lato"/>
              </a:rPr>
              <a:t>diễn</a:t>
            </a:r>
            <a:r>
              <a:rPr sz="2400" b="1" dirty="0">
                <a:solidFill>
                  <a:srgbClr val="003366"/>
                </a:solidFill>
                <a:latin typeface="Lato"/>
                <a:ea typeface="Lato"/>
                <a:cs typeface="Lato"/>
              </a:rPr>
              <a:t>.</a:t>
            </a:r>
          </a:p>
        </p:txBody>
      </p:sp>
      <p:sp>
        <p:nvSpPr>
          <p:cNvPr id="11" name="Hàng đợi có giới hạn và nhận diện bản tin trùng.">
            <a:extLst>
              <a:ext uri="{FF2B5EF4-FFF2-40B4-BE49-F238E27FC236}">
                <a16:creationId xmlns:a16="http://schemas.microsoft.com/office/drawing/2014/main" id="{8A1FC936-4204-4F1D-A5F7-B43E0A7D130E}"/>
              </a:ext>
            </a:extLst>
          </p:cNvPr>
          <p:cNvSpPr>
            <a:spLocks noGrp="1"/>
          </p:cNvSpPr>
          <p:nvPr/>
        </p:nvSpPr>
        <p:spPr>
          <a:xfrm>
            <a:off x="609600" y="4991100"/>
            <a:ext cx="10972800" cy="523875"/>
          </a:xfrm>
          <a:prstGeom prst="rect">
            <a:avLst/>
          </a:prstGeom>
          <a:noFill/>
          <a:ln w="0">
            <a:noFill/>
          </a:ln>
        </p:spPr>
        <p:txBody>
          <a:bodyPr wrap="square" lIns="0" tIns="0" rIns="0" bIns="0" anchor="t">
            <a:noAutofit/>
          </a:bodyPr>
          <a:lstStyle>
            <a:defPPr algn="l">
              <a:defRPr sz="2250" b="0">
                <a:solidFill>
                  <a:srgbClr val="003366"/>
                </a:solidFill>
                <a:latin typeface="Lato"/>
                <a:ea typeface="Lato"/>
                <a:cs typeface="Lato"/>
              </a:defRPr>
            </a:defPPr>
            <a:lvl1pPr algn="l">
              <a:buNone/>
              <a:defRPr sz="2250" b="0">
                <a:solidFill>
                  <a:srgbClr val="003366"/>
                </a:solidFill>
                <a:latin typeface="Lato"/>
                <a:ea typeface="Lato"/>
                <a:cs typeface="Lato"/>
              </a:defRPr>
            </a:lvl1pPr>
            <a:lvl2pPr algn="l">
              <a:buNone/>
              <a:defRPr sz="2250" b="0">
                <a:solidFill>
                  <a:srgbClr val="003366"/>
                </a:solidFill>
                <a:latin typeface="Lato"/>
                <a:ea typeface="Lato"/>
                <a:cs typeface="Lato"/>
              </a:defRPr>
            </a:lvl2pPr>
            <a:lvl3pPr algn="l">
              <a:buNone/>
              <a:defRPr sz="2250" b="0">
                <a:solidFill>
                  <a:srgbClr val="003366"/>
                </a:solidFill>
                <a:latin typeface="Lato"/>
                <a:ea typeface="Lato"/>
                <a:cs typeface="Lato"/>
              </a:defRPr>
            </a:lvl3pPr>
            <a:lvl4pPr algn="l">
              <a:buNone/>
              <a:defRPr sz="2250" b="0">
                <a:solidFill>
                  <a:srgbClr val="003366"/>
                </a:solidFill>
                <a:latin typeface="Lato"/>
                <a:ea typeface="Lato"/>
                <a:cs typeface="Lato"/>
              </a:defRPr>
            </a:lvl4pPr>
            <a:lvl5pPr algn="l">
              <a:buNone/>
              <a:defRPr sz="2250" b="0">
                <a:solidFill>
                  <a:srgbClr val="003366"/>
                </a:solidFill>
                <a:latin typeface="Lato"/>
                <a:ea typeface="Lato"/>
                <a:cs typeface="Lato"/>
              </a:defRPr>
            </a:lvl5pPr>
            <a:lvl6pPr algn="l">
              <a:buNone/>
              <a:defRPr sz="2250" b="0">
                <a:solidFill>
                  <a:srgbClr val="003366"/>
                </a:solidFill>
                <a:latin typeface="Lato"/>
                <a:ea typeface="Lato"/>
                <a:cs typeface="Lato"/>
              </a:defRPr>
            </a:lvl6pPr>
            <a:lvl7pPr algn="l">
              <a:buNone/>
              <a:defRPr sz="2250" b="0">
                <a:solidFill>
                  <a:srgbClr val="003366"/>
                </a:solidFill>
                <a:latin typeface="Lato"/>
                <a:ea typeface="Lato"/>
                <a:cs typeface="Lato"/>
              </a:defRPr>
            </a:lvl7pPr>
            <a:lvl8pPr algn="l">
              <a:buNone/>
              <a:defRPr sz="2250" b="0">
                <a:solidFill>
                  <a:srgbClr val="003366"/>
                </a:solidFill>
                <a:latin typeface="Lato"/>
                <a:ea typeface="Lato"/>
                <a:cs typeface="Lato"/>
              </a:defRPr>
            </a:lvl8pPr>
            <a:lvl9pPr algn="l">
              <a:buNone/>
              <a:defRPr sz="2250" b="0">
                <a:solidFill>
                  <a:srgbClr val="003366"/>
                </a:solidFill>
                <a:latin typeface="Lato"/>
                <a:ea typeface="Lato"/>
                <a:cs typeface="Lato"/>
              </a:defRPr>
            </a:lvl9pPr>
          </a:lstStyle>
          <a:p>
            <a:pPr algn="l">
              <a:buNone/>
              <a:defRPr sz="2250" b="0">
                <a:solidFill>
                  <a:srgbClr val="003366"/>
                </a:solidFill>
                <a:latin typeface="Lato"/>
                <a:ea typeface="Lato"/>
                <a:cs typeface="Lato"/>
              </a:defRPr>
            </a:pPr>
            <a:r>
              <a:rPr sz="2250" b="0" dirty="0" err="1">
                <a:solidFill>
                  <a:srgbClr val="003366"/>
                </a:solidFill>
                <a:latin typeface="Lato"/>
                <a:ea typeface="Lato"/>
                <a:cs typeface="Lato"/>
              </a:rPr>
              <a:t>Hàng</a:t>
            </a:r>
            <a:r>
              <a:rPr sz="2250" b="0" dirty="0">
                <a:solidFill>
                  <a:srgbClr val="003366"/>
                </a:solidFill>
                <a:latin typeface="Lato"/>
                <a:ea typeface="Lato"/>
                <a:cs typeface="Lato"/>
              </a:rPr>
              <a:t> </a:t>
            </a:r>
            <a:r>
              <a:rPr sz="2250" b="0" dirty="0" err="1">
                <a:solidFill>
                  <a:srgbClr val="003366"/>
                </a:solidFill>
                <a:latin typeface="Lato"/>
                <a:ea typeface="Lato"/>
                <a:cs typeface="Lato"/>
              </a:rPr>
              <a:t>đợi</a:t>
            </a:r>
            <a:r>
              <a:rPr sz="2250" b="0" dirty="0">
                <a:solidFill>
                  <a:srgbClr val="003366"/>
                </a:solidFill>
                <a:latin typeface="Lato"/>
                <a:ea typeface="Lato"/>
                <a:cs typeface="Lato"/>
              </a:rPr>
              <a:t> </a:t>
            </a:r>
            <a:r>
              <a:rPr sz="2250" b="0" dirty="0" err="1">
                <a:solidFill>
                  <a:srgbClr val="003366"/>
                </a:solidFill>
                <a:latin typeface="Lato"/>
                <a:ea typeface="Lato"/>
                <a:cs typeface="Lato"/>
              </a:rPr>
              <a:t>có</a:t>
            </a:r>
            <a:r>
              <a:rPr sz="2250" b="0" dirty="0">
                <a:solidFill>
                  <a:srgbClr val="003366"/>
                </a:solidFill>
                <a:latin typeface="Lato"/>
                <a:ea typeface="Lato"/>
                <a:cs typeface="Lato"/>
              </a:rPr>
              <a:t> </a:t>
            </a:r>
            <a:r>
              <a:rPr sz="2250" b="0" dirty="0" err="1">
                <a:solidFill>
                  <a:srgbClr val="003366"/>
                </a:solidFill>
                <a:latin typeface="Lato"/>
                <a:ea typeface="Lato"/>
                <a:cs typeface="Lato"/>
              </a:rPr>
              <a:t>giới</a:t>
            </a:r>
            <a:r>
              <a:rPr sz="2250" b="0" dirty="0">
                <a:solidFill>
                  <a:srgbClr val="003366"/>
                </a:solidFill>
                <a:latin typeface="Lato"/>
                <a:ea typeface="Lato"/>
                <a:cs typeface="Lato"/>
              </a:rPr>
              <a:t> </a:t>
            </a:r>
            <a:r>
              <a:rPr sz="2250" b="0" dirty="0" err="1">
                <a:solidFill>
                  <a:srgbClr val="003366"/>
                </a:solidFill>
                <a:latin typeface="Lato"/>
                <a:ea typeface="Lato"/>
                <a:cs typeface="Lato"/>
              </a:rPr>
              <a:t>hạn</a:t>
            </a:r>
            <a:r>
              <a:rPr sz="2250" b="0" dirty="0">
                <a:solidFill>
                  <a:srgbClr val="003366"/>
                </a:solidFill>
                <a:latin typeface="Lato"/>
                <a:ea typeface="Lato"/>
                <a:cs typeface="Lato"/>
              </a:rPr>
              <a:t> </a:t>
            </a:r>
            <a:r>
              <a:rPr sz="2250" b="0" dirty="0" err="1">
                <a:solidFill>
                  <a:srgbClr val="003366"/>
                </a:solidFill>
                <a:latin typeface="Lato"/>
                <a:ea typeface="Lato"/>
                <a:cs typeface="Lato"/>
              </a:rPr>
              <a:t>và</a:t>
            </a:r>
            <a:r>
              <a:rPr sz="2250" b="0" dirty="0">
                <a:solidFill>
                  <a:srgbClr val="003366"/>
                </a:solidFill>
                <a:latin typeface="Lato"/>
                <a:ea typeface="Lato"/>
                <a:cs typeface="Lato"/>
              </a:rPr>
              <a:t> </a:t>
            </a:r>
            <a:r>
              <a:rPr sz="2250" b="0" dirty="0" err="1">
                <a:solidFill>
                  <a:srgbClr val="003366"/>
                </a:solidFill>
                <a:latin typeface="Lato"/>
                <a:ea typeface="Lato"/>
                <a:cs typeface="Lato"/>
              </a:rPr>
              <a:t>nhận</a:t>
            </a:r>
            <a:r>
              <a:rPr sz="2250" b="0" dirty="0">
                <a:solidFill>
                  <a:srgbClr val="003366"/>
                </a:solidFill>
                <a:latin typeface="Lato"/>
                <a:ea typeface="Lato"/>
                <a:cs typeface="Lato"/>
              </a:rPr>
              <a:t> </a:t>
            </a:r>
            <a:r>
              <a:rPr sz="2250" b="0" dirty="0" err="1">
                <a:solidFill>
                  <a:srgbClr val="003366"/>
                </a:solidFill>
                <a:latin typeface="Lato"/>
                <a:ea typeface="Lato"/>
                <a:cs typeface="Lato"/>
              </a:rPr>
              <a:t>diện</a:t>
            </a:r>
            <a:r>
              <a:rPr sz="2250" b="0" dirty="0">
                <a:solidFill>
                  <a:srgbClr val="003366"/>
                </a:solidFill>
                <a:latin typeface="Lato"/>
                <a:ea typeface="Lato"/>
                <a:cs typeface="Lato"/>
              </a:rPr>
              <a:t> </a:t>
            </a:r>
            <a:r>
              <a:rPr sz="2250" b="0" dirty="0" err="1">
                <a:solidFill>
                  <a:srgbClr val="003366"/>
                </a:solidFill>
                <a:latin typeface="Lato"/>
                <a:ea typeface="Lato"/>
                <a:cs typeface="Lato"/>
              </a:rPr>
              <a:t>bản</a:t>
            </a:r>
            <a:r>
              <a:rPr sz="2250" b="0" dirty="0">
                <a:solidFill>
                  <a:srgbClr val="003366"/>
                </a:solidFill>
                <a:latin typeface="Lato"/>
                <a:ea typeface="Lato"/>
                <a:cs typeface="Lato"/>
              </a:rPr>
              <a:t> tin </a:t>
            </a:r>
            <a:r>
              <a:rPr sz="2250" b="0" dirty="0" err="1">
                <a:solidFill>
                  <a:srgbClr val="003366"/>
                </a:solidFill>
                <a:latin typeface="Lato"/>
                <a:ea typeface="Lato"/>
                <a:cs typeface="Lato"/>
              </a:rPr>
              <a:t>trùng</a:t>
            </a:r>
            <a:r>
              <a:rPr sz="2250" b="0" dirty="0">
                <a:solidFill>
                  <a:srgbClr val="003366"/>
                </a:solidFill>
                <a:latin typeface="Lato"/>
                <a:ea typeface="Lato"/>
                <a:cs typeface="Lato"/>
              </a:rPr>
              <a:t>.</a:t>
            </a:r>
          </a:p>
        </p:txBody>
      </p:sp>
      <p:pic>
        <p:nvPicPr>
          <p:cNvPr id="12" name="Picture 11">
            <a:extLst>
              <a:ext uri="{FF2B5EF4-FFF2-40B4-BE49-F238E27FC236}">
                <a16:creationId xmlns:a16="http://schemas.microsoft.com/office/drawing/2014/main" id="{81AA1461-7D1C-4722-9C58-D679464FDAA8}"/>
              </a:ext>
            </a:extLst>
          </p:cNvPr>
          <p:cNvPicPr>
            <a:picLocks noChangeAspect="1"/>
          </p:cNvPicPr>
          <p:nvPr/>
        </p:nvPicPr>
        <p:blipFill>
          <a:blip r:embed="rId3"/>
          <a:srcRect l="5" r="5"/>
          <a:stretch>
            <a:fillRect/>
          </a:stretch>
        </p:blipFill>
        <p:spPr>
          <a:xfrm>
            <a:off x="304800" y="6229350"/>
            <a:ext cx="2971800" cy="344329"/>
          </a:xfrm>
          <a:prstGeom prst="rect">
            <a:avLst/>
          </a:prstGeom>
        </p:spPr>
      </p:pic>
      <p:cxnSp>
        <p:nvCxnSpPr>
          <p:cNvPr id="13" name="Đường chân trang theo mẫu">
            <a:extLst>
              <a:ext uri="{FF2B5EF4-FFF2-40B4-BE49-F238E27FC236}">
                <a16:creationId xmlns:a16="http://schemas.microsoft.com/office/drawing/2014/main" id="{BF87ED71-3E2E-44F6-BCFF-211AB7DE0BD2}"/>
              </a:ext>
            </a:extLst>
          </p:cNvPr>
          <p:cNvCxnSpPr/>
          <p:nvPr/>
        </p:nvCxnSpPr>
        <p:spPr>
          <a:xfrm>
            <a:off x="3619500" y="6391275"/>
            <a:ext cx="8258175" cy="0"/>
          </a:xfrm>
          <a:prstGeom prst="straightConnector1">
            <a:avLst/>
          </a:prstGeom>
          <a:ln w="11906">
            <a:solidFill>
              <a:srgbClr val="C00000"/>
            </a:solidFill>
          </a:ln>
        </p:spPr>
      </p:cxnSp>
      <p:sp>
        <p:nvSpPr>
          <p:cNvPr id="14" name="9">
            <a:extLst>
              <a:ext uri="{FF2B5EF4-FFF2-40B4-BE49-F238E27FC236}">
                <a16:creationId xmlns:a16="http://schemas.microsoft.com/office/drawing/2014/main" id="{041633CF-B2AF-4158-9670-C217A9057214}"/>
              </a:ext>
            </a:extLst>
          </p:cNvPr>
          <p:cNvSpPr>
            <a:spLocks noGrp="1"/>
          </p:cNvSpPr>
          <p:nvPr/>
        </p:nvSpPr>
        <p:spPr>
          <a:xfrm>
            <a:off x="11144250" y="6515100"/>
            <a:ext cx="666750" cy="247650"/>
          </a:xfrm>
          <a:prstGeom prst="rect">
            <a:avLst/>
          </a:prstGeom>
          <a:noFill/>
          <a:ln w="0">
            <a:noFill/>
          </a:ln>
        </p:spPr>
        <p:txBody>
          <a:bodyPr wrap="square" lIns="0" tIns="0" rIns="0" bIns="0" anchor="t">
            <a:noAutofit/>
          </a:bodyPr>
          <a:lstStyle>
            <a:defPPr algn="r">
              <a:defRPr sz="1200" b="0">
                <a:solidFill>
                  <a:srgbClr val="C00000"/>
                </a:solidFill>
                <a:latin typeface="Lato"/>
                <a:ea typeface="Lato"/>
                <a:cs typeface="Lato"/>
              </a:defRPr>
            </a:defPPr>
            <a:lvl1pPr algn="r">
              <a:buNone/>
              <a:defRPr sz="1200" b="0">
                <a:solidFill>
                  <a:srgbClr val="C00000"/>
                </a:solidFill>
                <a:latin typeface="Lato"/>
                <a:ea typeface="Lato"/>
                <a:cs typeface="Lato"/>
              </a:defRPr>
            </a:lvl1pPr>
            <a:lvl2pPr algn="r">
              <a:buNone/>
              <a:defRPr sz="1200" b="0">
                <a:solidFill>
                  <a:srgbClr val="C00000"/>
                </a:solidFill>
                <a:latin typeface="Lato"/>
                <a:ea typeface="Lato"/>
                <a:cs typeface="Lato"/>
              </a:defRPr>
            </a:lvl2pPr>
            <a:lvl3pPr algn="r">
              <a:buNone/>
              <a:defRPr sz="1200" b="0">
                <a:solidFill>
                  <a:srgbClr val="C00000"/>
                </a:solidFill>
                <a:latin typeface="Lato"/>
                <a:ea typeface="Lato"/>
                <a:cs typeface="Lato"/>
              </a:defRPr>
            </a:lvl3pPr>
            <a:lvl4pPr algn="r">
              <a:buNone/>
              <a:defRPr sz="1200" b="0">
                <a:solidFill>
                  <a:srgbClr val="C00000"/>
                </a:solidFill>
                <a:latin typeface="Lato"/>
                <a:ea typeface="Lato"/>
                <a:cs typeface="Lato"/>
              </a:defRPr>
            </a:lvl4pPr>
            <a:lvl5pPr algn="r">
              <a:buNone/>
              <a:defRPr sz="1200" b="0">
                <a:solidFill>
                  <a:srgbClr val="C00000"/>
                </a:solidFill>
                <a:latin typeface="Lato"/>
                <a:ea typeface="Lato"/>
                <a:cs typeface="Lato"/>
              </a:defRPr>
            </a:lvl5pPr>
            <a:lvl6pPr algn="r">
              <a:buNone/>
              <a:defRPr sz="1200" b="0">
                <a:solidFill>
                  <a:srgbClr val="C00000"/>
                </a:solidFill>
                <a:latin typeface="Lato"/>
                <a:ea typeface="Lato"/>
                <a:cs typeface="Lato"/>
              </a:defRPr>
            </a:lvl6pPr>
            <a:lvl7pPr algn="r">
              <a:buNone/>
              <a:defRPr sz="1200" b="0">
                <a:solidFill>
                  <a:srgbClr val="C00000"/>
                </a:solidFill>
                <a:latin typeface="Lato"/>
                <a:ea typeface="Lato"/>
                <a:cs typeface="Lato"/>
              </a:defRPr>
            </a:lvl7pPr>
            <a:lvl8pPr algn="r">
              <a:buNone/>
              <a:defRPr sz="1200" b="0">
                <a:solidFill>
                  <a:srgbClr val="C00000"/>
                </a:solidFill>
                <a:latin typeface="Lato"/>
                <a:ea typeface="Lato"/>
                <a:cs typeface="Lato"/>
              </a:defRPr>
            </a:lvl8pPr>
            <a:lvl9pPr algn="r">
              <a:buNone/>
              <a:defRPr sz="1200" b="0">
                <a:solidFill>
                  <a:srgbClr val="C00000"/>
                </a:solidFill>
                <a:latin typeface="Lato"/>
                <a:ea typeface="Lato"/>
                <a:cs typeface="Lato"/>
              </a:defRPr>
            </a:lvl9pPr>
          </a:lstStyle>
          <a:p>
            <a:pPr algn="r">
              <a:buNone/>
              <a:defRPr sz="1200" b="0">
                <a:solidFill>
                  <a:srgbClr val="C00000"/>
                </a:solidFill>
                <a:latin typeface="Lato"/>
                <a:ea typeface="Lato"/>
                <a:cs typeface="Lato"/>
              </a:defRPr>
            </a:pPr>
            <a:r>
              <a:rPr sz="1200" b="0" dirty="0">
                <a:solidFill>
                  <a:srgbClr val="C00000"/>
                </a:solidFill>
                <a:latin typeface="Lato"/>
                <a:ea typeface="Lato"/>
                <a:cs typeface="Lato"/>
              </a:rPr>
              <a:t>1</a:t>
            </a:r>
            <a:r>
              <a:rPr lang="en-US" sz="1200" b="0" dirty="0">
                <a:solidFill>
                  <a:srgbClr val="C00000"/>
                </a:solidFill>
                <a:latin typeface="Lato"/>
                <a:ea typeface="Lato"/>
                <a:cs typeface="Lato"/>
              </a:rPr>
              <a:t>1</a:t>
            </a:r>
            <a:endParaRPr sz="1200" b="0" dirty="0">
              <a:solidFill>
                <a:srgbClr val="C00000"/>
              </a:solidFill>
              <a:latin typeface="Lato"/>
              <a:ea typeface="Lato"/>
              <a:cs typeface="Lato"/>
            </a:endParaRPr>
          </a:p>
        </p:txBody>
      </p:sp>
      <p:sp>
        <p:nvSpPr>
          <p:cNvPr id="16" name="4.1    Tích hợp và xử lý khi mất mạng">
            <a:extLst>
              <a:ext uri="{FF2B5EF4-FFF2-40B4-BE49-F238E27FC236}">
                <a16:creationId xmlns:a16="http://schemas.microsoft.com/office/drawing/2014/main" id="{7A0F389D-B659-494B-A759-575500DE6A14}"/>
              </a:ext>
            </a:extLst>
          </p:cNvPr>
          <p:cNvSpPr>
            <a:spLocks noGrp="1"/>
          </p:cNvSpPr>
          <p:nvPr/>
        </p:nvSpPr>
        <p:spPr>
          <a:xfrm>
            <a:off x="381000" y="1009650"/>
            <a:ext cx="11239500" cy="409575"/>
          </a:xfrm>
          <a:prstGeom prst="rect">
            <a:avLst/>
          </a:prstGeom>
          <a:noFill/>
          <a:ln w="0">
            <a:noFill/>
          </a:ln>
        </p:spPr>
        <p:txBody>
          <a:bodyPr wrap="square" lIns="0" tIns="0" rIns="0" bIns="0" anchor="t">
            <a:noAutofit/>
          </a:bodyPr>
          <a:lstStyle>
            <a:defPPr algn="l">
              <a:defRPr sz="2400" b="1">
                <a:solidFill>
                  <a:srgbClr val="003366"/>
                </a:solidFill>
                <a:latin typeface="Lato"/>
                <a:ea typeface="Lato"/>
                <a:cs typeface="Lato"/>
              </a:defRPr>
            </a:defPPr>
            <a:lvl1pPr algn="l">
              <a:defRPr sz="2400" b="1">
                <a:solidFill>
                  <a:srgbClr val="003366"/>
                </a:solidFill>
                <a:latin typeface="Lato"/>
                <a:ea typeface="Lato"/>
                <a:cs typeface="Lato"/>
              </a:defRPr>
            </a:lvl1pPr>
            <a:lvl2pPr algn="l">
              <a:defRPr sz="2400" b="1">
                <a:solidFill>
                  <a:srgbClr val="003366"/>
                </a:solidFill>
                <a:latin typeface="Lato"/>
                <a:ea typeface="Lato"/>
                <a:cs typeface="Lato"/>
              </a:defRPr>
            </a:lvl2pPr>
            <a:lvl3pPr algn="l">
              <a:defRPr sz="2400" b="1">
                <a:solidFill>
                  <a:srgbClr val="003366"/>
                </a:solidFill>
                <a:latin typeface="Lato"/>
                <a:ea typeface="Lato"/>
                <a:cs typeface="Lato"/>
              </a:defRPr>
            </a:lvl3pPr>
            <a:lvl4pPr algn="l">
              <a:defRPr sz="2400" b="1">
                <a:solidFill>
                  <a:srgbClr val="003366"/>
                </a:solidFill>
                <a:latin typeface="Lato"/>
                <a:ea typeface="Lato"/>
                <a:cs typeface="Lato"/>
              </a:defRPr>
            </a:lvl4pPr>
            <a:lvl5pPr algn="l">
              <a:defRPr sz="2400" b="1">
                <a:solidFill>
                  <a:srgbClr val="003366"/>
                </a:solidFill>
                <a:latin typeface="Lato"/>
                <a:ea typeface="Lato"/>
                <a:cs typeface="Lato"/>
              </a:defRPr>
            </a:lvl5pPr>
            <a:lvl6pPr algn="l">
              <a:defRPr sz="2400" b="1">
                <a:solidFill>
                  <a:srgbClr val="003366"/>
                </a:solidFill>
                <a:latin typeface="Lato"/>
                <a:ea typeface="Lato"/>
                <a:cs typeface="Lato"/>
              </a:defRPr>
            </a:lvl6pPr>
            <a:lvl7pPr algn="l">
              <a:defRPr sz="2400" b="1">
                <a:solidFill>
                  <a:srgbClr val="003366"/>
                </a:solidFill>
                <a:latin typeface="Lato"/>
                <a:ea typeface="Lato"/>
                <a:cs typeface="Lato"/>
              </a:defRPr>
            </a:lvl7pPr>
            <a:lvl8pPr algn="l">
              <a:defRPr sz="2400" b="1">
                <a:solidFill>
                  <a:srgbClr val="003366"/>
                </a:solidFill>
                <a:latin typeface="Lato"/>
                <a:ea typeface="Lato"/>
                <a:cs typeface="Lato"/>
              </a:defRPr>
            </a:lvl8pPr>
            <a:lvl9pPr algn="l">
              <a:defRPr sz="2400" b="1">
                <a:solidFill>
                  <a:srgbClr val="003366"/>
                </a:solidFill>
                <a:latin typeface="Lato"/>
                <a:ea typeface="Lato"/>
                <a:cs typeface="Lato"/>
              </a:defRPr>
            </a:lvl9pPr>
          </a:lstStyle>
          <a:p>
            <a:pPr algn="l">
              <a:defRPr sz="2400" b="1">
                <a:solidFill>
                  <a:srgbClr val="003366"/>
                </a:solidFill>
                <a:latin typeface="Lato"/>
                <a:ea typeface="Lato"/>
                <a:cs typeface="Lato"/>
              </a:defRPr>
            </a:pPr>
            <a:r>
              <a:rPr sz="2400" b="1" dirty="0">
                <a:solidFill>
                  <a:srgbClr val="003366"/>
                </a:solidFill>
                <a:latin typeface="Lato"/>
                <a:ea typeface="Lato"/>
                <a:cs typeface="Lato"/>
              </a:rPr>
              <a:t>4.1    </a:t>
            </a:r>
            <a:r>
              <a:rPr lang="en-US" sz="2400" b="1" dirty="0" err="1">
                <a:solidFill>
                  <a:srgbClr val="003366"/>
                </a:solidFill>
                <a:latin typeface="Lato"/>
                <a:ea typeface="Lato"/>
                <a:cs typeface="Lato"/>
              </a:rPr>
              <a:t>Chức</a:t>
            </a:r>
            <a:r>
              <a:rPr lang="en-US" sz="2400" b="1" dirty="0">
                <a:solidFill>
                  <a:srgbClr val="003366"/>
                </a:solidFill>
                <a:latin typeface="Lato"/>
                <a:ea typeface="Lato"/>
                <a:cs typeface="Lato"/>
              </a:rPr>
              <a:t> </a:t>
            </a:r>
            <a:r>
              <a:rPr lang="en-US" sz="2400" b="1" dirty="0" err="1">
                <a:solidFill>
                  <a:srgbClr val="003366"/>
                </a:solidFill>
                <a:latin typeface="Lato"/>
                <a:ea typeface="Lato"/>
                <a:cs typeface="Lato"/>
              </a:rPr>
              <a:t>năng</a:t>
            </a:r>
            <a:r>
              <a:rPr lang="en-US" sz="2400" b="1" dirty="0">
                <a:solidFill>
                  <a:srgbClr val="003366"/>
                </a:solidFill>
                <a:latin typeface="Lato"/>
                <a:ea typeface="Lato"/>
                <a:cs typeface="Lato"/>
              </a:rPr>
              <a:t> </a:t>
            </a:r>
            <a:r>
              <a:rPr lang="en-US" sz="2400" b="1" dirty="0" err="1">
                <a:solidFill>
                  <a:srgbClr val="003366"/>
                </a:solidFill>
                <a:latin typeface="Lato"/>
                <a:ea typeface="Lato"/>
                <a:cs typeface="Lato"/>
              </a:rPr>
              <a:t>nâng</a:t>
            </a:r>
            <a:r>
              <a:rPr lang="en-US" sz="2400" b="1" dirty="0">
                <a:solidFill>
                  <a:srgbClr val="003366"/>
                </a:solidFill>
                <a:latin typeface="Lato"/>
                <a:ea typeface="Lato"/>
                <a:cs typeface="Lato"/>
              </a:rPr>
              <a:t> </a:t>
            </a:r>
            <a:r>
              <a:rPr lang="en-US" sz="2400" b="1" dirty="0" err="1">
                <a:solidFill>
                  <a:srgbClr val="003366"/>
                </a:solidFill>
                <a:latin typeface="Lato"/>
                <a:ea typeface="Lato"/>
                <a:cs typeface="Lato"/>
              </a:rPr>
              <a:t>cao</a:t>
            </a:r>
            <a:endParaRPr sz="2400" b="1" dirty="0">
              <a:solidFill>
                <a:srgbClr val="003366"/>
              </a:solidFill>
              <a:latin typeface="Lato"/>
              <a:ea typeface="Lato"/>
              <a:cs typeface="Lato"/>
            </a:endParaRPr>
          </a:p>
        </p:txBody>
      </p:sp>
    </p:spTree>
    <p:extLst>
      <p:ext uri="{BB962C8B-B14F-4D97-AF65-F5344CB8AC3E}">
        <p14:creationId xmlns:p14="http://schemas.microsoft.com/office/powerpoint/2010/main" val="1541645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Google Shape;176;p8">
            <a:extLst>
              <a:ext uri="{FF2B5EF4-FFF2-40B4-BE49-F238E27FC236}">
                <a16:creationId xmlns:a16="http://schemas.microsoft.com/office/drawing/2014/main" id="{4E598D0C-7662-40A6-B0E5-57249D51781C}"/>
              </a:ext>
            </a:extLst>
          </p:cNvPr>
          <p:cNvSpPr>
            <a:spLocks noGrp="1"/>
          </p:cNvSpPr>
          <p:nvPr/>
        </p:nvSpPr>
        <p:spPr>
          <a:xfrm>
            <a:off x="287868" y="260081"/>
            <a:ext cx="660399" cy="527140"/>
          </a:xfrm>
          <a:prstGeom prst="rect">
            <a:avLst/>
          </a:prstGeom>
          <a:solidFill>
            <a:srgbClr val="C00000"/>
          </a:solidFill>
          <a:ln>
            <a:noFill/>
          </a:ln>
        </p:spPr>
        <p:txBody>
          <a:bodyPr spcFirstLastPara="1" wrap="square" lIns="91425" tIns="45700" rIns="91425" bIns="45700" anchor="t">
            <a:noAutofit/>
          </a:bodyPr>
          <a:lstStyle/>
          <a:p>
            <a:pPr marL="0" marR="0" lvl="0" indent="0" algn="ctr">
              <a:lnSpc>
                <a:spcPct val="90000"/>
              </a:lnSpc>
              <a:spcBef>
                <a:spcPts val="0"/>
              </a:spcBef>
              <a:spcAft>
                <a:spcPts val="0"/>
              </a:spcAft>
              <a:buClr>
                <a:schemeClr val="lt1"/>
              </a:buClr>
              <a:buSzPts val="3200"/>
              <a:buFont typeface="Lato"/>
              <a:buNone/>
            </a:pPr>
            <a:r>
              <a:rPr sz="3200" b="1" i="0" u="none" strike="noStrike" cap="none">
                <a:solidFill>
                  <a:schemeClr val="lt1"/>
                </a:solidFill>
                <a:latin typeface="Lato"/>
                <a:ea typeface="Lato"/>
                <a:cs typeface="Lato"/>
              </a:rPr>
              <a:t>4</a:t>
            </a:r>
            <a:endParaRPr/>
          </a:p>
        </p:txBody>
      </p:sp>
      <p:sp>
        <p:nvSpPr>
          <p:cNvPr id="2" name="Google Shape;181;p8">
            <a:extLst>
              <a:ext uri="{FF2B5EF4-FFF2-40B4-BE49-F238E27FC236}">
                <a16:creationId xmlns:a16="http://schemas.microsoft.com/office/drawing/2014/main" id="{A57C218D-4CE3-4159-94BD-1BD06BEC562F}"/>
              </a:ext>
            </a:extLst>
          </p:cNvPr>
          <p:cNvSpPr>
            <a:spLocks noGrp="1"/>
          </p:cNvSpPr>
          <p:nvPr/>
        </p:nvSpPr>
        <p:spPr>
          <a:xfrm>
            <a:off x="1032933" y="230370"/>
            <a:ext cx="10668000" cy="523173"/>
          </a:xfrm>
          <a:prstGeom prst="rect">
            <a:avLst/>
          </a:prstGeom>
          <a:noFill/>
          <a:ln>
            <a:noFill/>
          </a:ln>
        </p:spPr>
        <p:txBody>
          <a:bodyPr spcFirstLastPara="1" wrap="square" lIns="91425" tIns="45700" rIns="91425" bIns="45700" anchor="t">
            <a:noAutofit/>
          </a:bodyPr>
          <a:lstStyle/>
          <a:p>
            <a:pPr marL="0" marR="0" lvl="0" indent="0" algn="l">
              <a:lnSpc>
                <a:spcPct val="90000"/>
              </a:lnSpc>
              <a:spcBef>
                <a:spcPts val="0"/>
              </a:spcBef>
              <a:spcAft>
                <a:spcPts val="0"/>
              </a:spcAft>
              <a:buClr>
                <a:srgbClr val="003366"/>
              </a:buClr>
              <a:buSzPts val="3200"/>
              <a:buFont typeface="Lato"/>
              <a:buNone/>
            </a:pPr>
            <a:r>
              <a:rPr sz="3200" b="1" i="0" u="none" strike="noStrike" cap="none">
                <a:solidFill>
                  <a:srgbClr val="003366"/>
                </a:solidFill>
                <a:latin typeface="Lato"/>
                <a:ea typeface="Lato"/>
                <a:cs typeface="Lato"/>
              </a:rPr>
              <a:t>TÍCH HỢP VÀ TỔNG KẾT</a:t>
            </a:r>
            <a:endParaRPr/>
          </a:p>
        </p:txBody>
      </p:sp>
      <p:cxnSp>
        <p:nvCxnSpPr>
          <p:cNvPr id="3" name="Google Shape;182;p8">
            <a:extLst>
              <a:ext uri="{FF2B5EF4-FFF2-40B4-BE49-F238E27FC236}">
                <a16:creationId xmlns:a16="http://schemas.microsoft.com/office/drawing/2014/main" id="{075567D0-D94E-43A9-8EB2-CDE72F19695B}"/>
              </a:ext>
            </a:extLst>
          </p:cNvPr>
          <p:cNvCxnSpPr/>
          <p:nvPr/>
        </p:nvCxnSpPr>
        <p:spPr>
          <a:xfrm rot="10800000" flipH="1">
            <a:off x="1134533" y="753543"/>
            <a:ext cx="3976827" cy="1144"/>
          </a:xfrm>
          <a:prstGeom prst="straightConnector1">
            <a:avLst/>
          </a:prstGeom>
          <a:ln w="38100" cap="flat">
            <a:solidFill>
              <a:srgbClr val="C00000"/>
            </a:solidFill>
            <a:prstDash val="solid"/>
            <a:miter/>
            <a:headEnd type="none" w="sm" len="sm"/>
            <a:tailEnd type="none" w="sm" len="sm"/>
          </a:ln>
        </p:spPr>
      </p:cxnSp>
      <p:graphicFrame>
        <p:nvGraphicFramePr>
          <p:cNvPr id="4" name="Table 3">
            <a:extLst>
              <a:ext uri="{FF2B5EF4-FFF2-40B4-BE49-F238E27FC236}">
                <a16:creationId xmlns:a16="http://schemas.microsoft.com/office/drawing/2014/main" id="{E083E1BD-F3DA-45EC-A40C-12EE0C6EA6DC}"/>
              </a:ext>
            </a:extLst>
          </p:cNvPr>
          <p:cNvGraphicFramePr/>
          <p:nvPr>
            <p:extLst>
              <p:ext uri="{D42A27DB-BD31-4B8C-83A1-F6EECF244321}">
                <p14:modId xmlns:p14="http://schemas.microsoft.com/office/powerpoint/2010/main" val="3308625643"/>
              </p:ext>
            </p:extLst>
          </p:nvPr>
        </p:nvGraphicFramePr>
        <p:xfrm>
          <a:off x="609600" y="1543050"/>
          <a:ext cx="10972800" cy="3810000"/>
        </p:xfrm>
        <a:graphic>
          <a:graphicData uri="http://schemas.openxmlformats.org/drawingml/2006/table">
            <a:tbl>
              <a:tblPr/>
              <a:tblGrid>
                <a:gridCol w="2381250">
                  <a:extLst>
                    <a:ext uri="{9D8B030D-6E8A-4147-A177-3AD203B41FA5}">
                      <a16:colId xmlns:a16="http://schemas.microsoft.com/office/drawing/2014/main" val="20000"/>
                    </a:ext>
                  </a:extLst>
                </a:gridCol>
                <a:gridCol w="8591550">
                  <a:extLst>
                    <a:ext uri="{9D8B030D-6E8A-4147-A177-3AD203B41FA5}">
                      <a16:colId xmlns:a16="http://schemas.microsoft.com/office/drawing/2014/main" val="20001"/>
                    </a:ext>
                  </a:extLst>
                </a:gridCol>
              </a:tblGrid>
              <a:tr h="495300">
                <a:tc>
                  <a:txBody>
                    <a:bodyPr/>
                    <a:lstStyle/>
                    <a:p>
                      <a:r>
                        <a:rPr sz="2025" b="1">
                          <a:solidFill>
                            <a:srgbClr val="FFFFFF"/>
                          </a:solidFill>
                          <a:latin typeface="Lato"/>
                          <a:ea typeface="Lato"/>
                          <a:cs typeface="Lato"/>
                        </a:rPr>
                        <a:t>Thành viên</a:t>
                      </a:r>
                    </a:p>
                  </a:txBody>
                  <a:tcPr anchor="ctr">
                    <a:lnL w="9525">
                      <a:solidFill>
                        <a:srgbClr val="003366"/>
                      </a:solidFill>
                      <a:prstDash val="solid"/>
                    </a:lnL>
                    <a:lnR w="9525">
                      <a:solidFill>
                        <a:srgbClr val="003366"/>
                      </a:solidFill>
                      <a:prstDash val="solid"/>
                    </a:lnR>
                    <a:lnT w="9525">
                      <a:solidFill>
                        <a:srgbClr val="003366"/>
                      </a:solidFill>
                      <a:prstDash val="solid"/>
                    </a:lnT>
                    <a:lnB w="9525">
                      <a:solidFill>
                        <a:srgbClr val="003366"/>
                      </a:solidFill>
                      <a:prstDash val="solid"/>
                    </a:lnB>
                    <a:solidFill>
                      <a:srgbClr val="003366"/>
                    </a:solidFill>
                  </a:tcPr>
                </a:tc>
                <a:tc>
                  <a:txBody>
                    <a:bodyPr/>
                    <a:lstStyle/>
                    <a:p>
                      <a:r>
                        <a:rPr sz="2025" b="1">
                          <a:solidFill>
                            <a:srgbClr val="FFFFFF"/>
                          </a:solidFill>
                          <a:latin typeface="Lato"/>
                          <a:ea typeface="Lato"/>
                          <a:cs typeface="Lato"/>
                        </a:rPr>
                        <a:t>Phần việc chính</a:t>
                      </a:r>
                    </a:p>
                  </a:txBody>
                  <a:tcPr anchor="ctr">
                    <a:lnL w="9525" cap="flat" cmpd="sng" algn="ctr">
                      <a:solidFill>
                        <a:srgbClr val="003366"/>
                      </a:solidFill>
                      <a:prstDash val="solid"/>
                      <a:round/>
                      <a:headEnd type="none" w="med" len="med"/>
                      <a:tailEnd type="none" w="med" len="med"/>
                    </a:lnL>
                    <a:lnR w="9525">
                      <a:solidFill>
                        <a:srgbClr val="003366"/>
                      </a:solidFill>
                      <a:prstDash val="solid"/>
                    </a:lnR>
                    <a:lnT w="9525">
                      <a:solidFill>
                        <a:srgbClr val="003366"/>
                      </a:solidFill>
                      <a:prstDash val="solid"/>
                    </a:lnT>
                    <a:lnB w="9525">
                      <a:solidFill>
                        <a:srgbClr val="003366"/>
                      </a:solidFill>
                      <a:prstDash val="solid"/>
                    </a:lnB>
                    <a:solidFill>
                      <a:srgbClr val="003366"/>
                    </a:solidFill>
                  </a:tcPr>
                </a:tc>
                <a:extLst>
                  <a:ext uri="{0D108BD9-81ED-4DB2-BD59-A6C34878D82A}">
                    <a16:rowId xmlns:a16="http://schemas.microsoft.com/office/drawing/2014/main" val="10000"/>
                  </a:ext>
                </a:extLst>
              </a:tr>
              <a:tr h="828675">
                <a:tc>
                  <a:txBody>
                    <a:bodyPr/>
                    <a:lstStyle/>
                    <a:p>
                      <a:r>
                        <a:rPr lang="en-US" sz="2025" b="1" dirty="0">
                          <a:solidFill>
                            <a:srgbClr val="003366"/>
                          </a:solidFill>
                          <a:latin typeface="Lato"/>
                          <a:ea typeface="Lato"/>
                          <a:cs typeface="Lato"/>
                        </a:rPr>
                        <a:t>Nguyễn Văn An</a:t>
                      </a:r>
                      <a:endParaRPr sz="2025" b="1" dirty="0">
                        <a:solidFill>
                          <a:srgbClr val="003366"/>
                        </a:solidFill>
                        <a:latin typeface="Lato"/>
                        <a:ea typeface="Lato"/>
                        <a:cs typeface="Lato"/>
                      </a:endParaRPr>
                    </a:p>
                  </a:txBody>
                  <a:tcPr anchor="ctr">
                    <a:lnL w="9525">
                      <a:solidFill>
                        <a:srgbClr val="003366"/>
                      </a:solidFill>
                      <a:prstDash val="soli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tc>
                  <a:txBody>
                    <a:bodyPr/>
                    <a:lstStyle/>
                    <a:p>
                      <a:r>
                        <a:rPr sz="2025" b="0">
                          <a:solidFill>
                            <a:srgbClr val="003366"/>
                          </a:solidFill>
                          <a:latin typeface="Lato"/>
                          <a:ea typeface="Lato"/>
                          <a:cs typeface="Lato"/>
                        </a:rPr>
                        <a:t>Phần cứng, firmware cảm biến và đèn/còi hai node</a:t>
                      </a:r>
                    </a:p>
                  </a:txBody>
                  <a:tcPr anchor="ctr">
                    <a:lnL w="9525" cap="flat" cmpd="sng" algn="ctr">
                      <a:solidFill>
                        <a:srgbClr val="003366"/>
                      </a:solidFill>
                      <a:prstDash val="solid"/>
                      <a:round/>
                      <a:headEnd type="none" w="med" len="med"/>
                      <a:tailEnd type="none" w="med" len="me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extLst>
                  <a:ext uri="{0D108BD9-81ED-4DB2-BD59-A6C34878D82A}">
                    <a16:rowId xmlns:a16="http://schemas.microsoft.com/office/drawing/2014/main" val="10001"/>
                  </a:ext>
                </a:extLst>
              </a:tr>
              <a:tr h="828675">
                <a:tc>
                  <a:txBody>
                    <a:bodyPr/>
                    <a:lstStyle/>
                    <a:p>
                      <a:r>
                        <a:rPr lang="en-US" sz="2025" b="1" dirty="0" err="1">
                          <a:solidFill>
                            <a:srgbClr val="003366"/>
                          </a:solidFill>
                          <a:latin typeface="Lato"/>
                          <a:ea typeface="Lato"/>
                          <a:cs typeface="Lato"/>
                        </a:rPr>
                        <a:t>Hà</a:t>
                      </a:r>
                      <a:r>
                        <a:rPr lang="en-US" sz="2025" b="1" dirty="0">
                          <a:solidFill>
                            <a:srgbClr val="003366"/>
                          </a:solidFill>
                          <a:latin typeface="Lato"/>
                          <a:ea typeface="Lato"/>
                          <a:cs typeface="Lato"/>
                        </a:rPr>
                        <a:t> </a:t>
                      </a:r>
                      <a:r>
                        <a:rPr lang="en-US" sz="2025" b="1" dirty="0" err="1">
                          <a:solidFill>
                            <a:srgbClr val="003366"/>
                          </a:solidFill>
                          <a:latin typeface="Lato"/>
                          <a:ea typeface="Lato"/>
                          <a:cs typeface="Lato"/>
                        </a:rPr>
                        <a:t>Hải</a:t>
                      </a:r>
                      <a:r>
                        <a:rPr lang="en-US" sz="2025" b="1" dirty="0">
                          <a:solidFill>
                            <a:srgbClr val="003366"/>
                          </a:solidFill>
                          <a:latin typeface="Lato"/>
                          <a:ea typeface="Lato"/>
                          <a:cs typeface="Lato"/>
                        </a:rPr>
                        <a:t> Long</a:t>
                      </a:r>
                      <a:endParaRPr sz="2025" b="1" dirty="0">
                        <a:solidFill>
                          <a:srgbClr val="003366"/>
                        </a:solidFill>
                        <a:latin typeface="Lato"/>
                        <a:ea typeface="Lato"/>
                        <a:cs typeface="Lato"/>
                      </a:endParaRPr>
                    </a:p>
                  </a:txBody>
                  <a:tcPr anchor="ctr">
                    <a:lnL w="9525">
                      <a:solidFill>
                        <a:srgbClr val="003366"/>
                      </a:solidFill>
                      <a:prstDash val="soli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tc>
                  <a:txBody>
                    <a:bodyPr/>
                    <a:lstStyle/>
                    <a:p>
                      <a:r>
                        <a:rPr sz="2025" b="0">
                          <a:solidFill>
                            <a:srgbClr val="003366"/>
                          </a:solidFill>
                          <a:latin typeface="Lato"/>
                          <a:ea typeface="Lato"/>
                          <a:cs typeface="Lato"/>
                        </a:rPr>
                        <a:t>MQTT, cơ sở dữ liệu, API và vòng đời thiết bị</a:t>
                      </a:r>
                    </a:p>
                  </a:txBody>
                  <a:tcPr anchor="ctr">
                    <a:lnL w="9525" cap="flat" cmpd="sng" algn="ctr">
                      <a:solidFill>
                        <a:srgbClr val="003366"/>
                      </a:solidFill>
                      <a:prstDash val="solid"/>
                      <a:round/>
                      <a:headEnd type="none" w="med" len="med"/>
                      <a:tailEnd type="none" w="med" len="me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extLst>
                  <a:ext uri="{0D108BD9-81ED-4DB2-BD59-A6C34878D82A}">
                    <a16:rowId xmlns:a16="http://schemas.microsoft.com/office/drawing/2014/main" val="10002"/>
                  </a:ext>
                </a:extLst>
              </a:tr>
              <a:tr h="828675">
                <a:tc>
                  <a:txBody>
                    <a:bodyPr/>
                    <a:lstStyle/>
                    <a:p>
                      <a:r>
                        <a:rPr lang="en-US" sz="2025" b="1" dirty="0" err="1">
                          <a:solidFill>
                            <a:srgbClr val="003366"/>
                          </a:solidFill>
                          <a:latin typeface="Lato"/>
                          <a:ea typeface="Lato"/>
                          <a:cs typeface="Lato"/>
                        </a:rPr>
                        <a:t>Đặng</a:t>
                      </a:r>
                      <a:r>
                        <a:rPr lang="en-US" sz="2025" b="1" dirty="0">
                          <a:solidFill>
                            <a:srgbClr val="003366"/>
                          </a:solidFill>
                          <a:latin typeface="Lato"/>
                          <a:ea typeface="Lato"/>
                          <a:cs typeface="Lato"/>
                        </a:rPr>
                        <a:t> </a:t>
                      </a:r>
                      <a:r>
                        <a:rPr lang="en-US" sz="2025" b="1" dirty="0" err="1">
                          <a:solidFill>
                            <a:srgbClr val="003366"/>
                          </a:solidFill>
                          <a:latin typeface="Lato"/>
                          <a:ea typeface="Lato"/>
                          <a:cs typeface="Lato"/>
                        </a:rPr>
                        <a:t>Kỳ</a:t>
                      </a:r>
                      <a:r>
                        <a:rPr lang="en-US" sz="2025" b="1" dirty="0">
                          <a:solidFill>
                            <a:srgbClr val="003366"/>
                          </a:solidFill>
                          <a:latin typeface="Lato"/>
                          <a:ea typeface="Lato"/>
                          <a:cs typeface="Lato"/>
                        </a:rPr>
                        <a:t> </a:t>
                      </a:r>
                      <a:r>
                        <a:rPr lang="en-US" sz="2025" b="1" dirty="0" err="1">
                          <a:solidFill>
                            <a:srgbClr val="003366"/>
                          </a:solidFill>
                          <a:latin typeface="Lato"/>
                          <a:ea typeface="Lato"/>
                          <a:cs typeface="Lato"/>
                        </a:rPr>
                        <a:t>Vĩ</a:t>
                      </a:r>
                      <a:endParaRPr sz="2025" b="1" dirty="0">
                        <a:solidFill>
                          <a:srgbClr val="003366"/>
                        </a:solidFill>
                        <a:latin typeface="Lato"/>
                        <a:ea typeface="Lato"/>
                        <a:cs typeface="Lato"/>
                      </a:endParaRPr>
                    </a:p>
                  </a:txBody>
                  <a:tcPr anchor="ctr">
                    <a:lnL w="9525">
                      <a:solidFill>
                        <a:srgbClr val="003366"/>
                      </a:solidFill>
                      <a:prstDash val="soli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tc>
                  <a:txBody>
                    <a:bodyPr/>
                    <a:lstStyle/>
                    <a:p>
                      <a:r>
                        <a:rPr sz="2025" b="0">
                          <a:solidFill>
                            <a:srgbClr val="003366"/>
                          </a:solidFill>
                          <a:latin typeface="Lato"/>
                          <a:ea typeface="Lato"/>
                          <a:cs typeface="Lato"/>
                        </a:rPr>
                        <a:t>Đăng nhập, phân quyền, sự cố và thông báo</a:t>
                      </a:r>
                    </a:p>
                  </a:txBody>
                  <a:tcPr anchor="ctr">
                    <a:lnL w="9525" cap="flat" cmpd="sng" algn="ctr">
                      <a:solidFill>
                        <a:srgbClr val="003366"/>
                      </a:solidFill>
                      <a:prstDash val="solid"/>
                      <a:round/>
                      <a:headEnd type="none" w="med" len="med"/>
                      <a:tailEnd type="none" w="med" len="me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extLst>
                  <a:ext uri="{0D108BD9-81ED-4DB2-BD59-A6C34878D82A}">
                    <a16:rowId xmlns:a16="http://schemas.microsoft.com/office/drawing/2014/main" val="10003"/>
                  </a:ext>
                </a:extLst>
              </a:tr>
              <a:tr h="828675">
                <a:tc>
                  <a:txBody>
                    <a:bodyPr/>
                    <a:lstStyle/>
                    <a:p>
                      <a:r>
                        <a:rPr lang="en-US" sz="2025" b="1" dirty="0" err="1">
                          <a:solidFill>
                            <a:srgbClr val="003366"/>
                          </a:solidFill>
                          <a:latin typeface="Lato"/>
                          <a:ea typeface="Lato"/>
                          <a:cs typeface="Lato"/>
                        </a:rPr>
                        <a:t>Vũ</a:t>
                      </a:r>
                      <a:r>
                        <a:rPr lang="en-US" sz="2025" b="1" dirty="0">
                          <a:solidFill>
                            <a:srgbClr val="003366"/>
                          </a:solidFill>
                          <a:latin typeface="Lato"/>
                          <a:ea typeface="Lato"/>
                          <a:cs typeface="Lato"/>
                        </a:rPr>
                        <a:t> </a:t>
                      </a:r>
                      <a:r>
                        <a:rPr lang="en-US" sz="2025" b="1" dirty="0" err="1">
                          <a:solidFill>
                            <a:srgbClr val="003366"/>
                          </a:solidFill>
                          <a:latin typeface="Lato"/>
                          <a:ea typeface="Lato"/>
                          <a:cs typeface="Lato"/>
                        </a:rPr>
                        <a:t>Thành</a:t>
                      </a:r>
                      <a:r>
                        <a:rPr lang="en-US" sz="2025" b="1" dirty="0">
                          <a:solidFill>
                            <a:srgbClr val="003366"/>
                          </a:solidFill>
                          <a:latin typeface="Lato"/>
                          <a:ea typeface="Lato"/>
                          <a:cs typeface="Lato"/>
                        </a:rPr>
                        <a:t> </a:t>
                      </a:r>
                      <a:r>
                        <a:rPr lang="en-US" sz="2025" b="1" dirty="0" err="1">
                          <a:solidFill>
                            <a:srgbClr val="003366"/>
                          </a:solidFill>
                          <a:latin typeface="Lato"/>
                          <a:ea typeface="Lato"/>
                          <a:cs typeface="Lato"/>
                        </a:rPr>
                        <a:t>Nguyên</a:t>
                      </a:r>
                      <a:endParaRPr sz="2025" b="1" dirty="0">
                        <a:solidFill>
                          <a:srgbClr val="003366"/>
                        </a:solidFill>
                        <a:latin typeface="Lato"/>
                        <a:ea typeface="Lato"/>
                        <a:cs typeface="Lato"/>
                      </a:endParaRPr>
                    </a:p>
                  </a:txBody>
                  <a:tcPr anchor="ctr">
                    <a:lnL w="9525">
                      <a:solidFill>
                        <a:srgbClr val="003366"/>
                      </a:solidFill>
                      <a:prstDash val="soli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tc>
                  <a:txBody>
                    <a:bodyPr/>
                    <a:lstStyle/>
                    <a:p>
                      <a:r>
                        <a:rPr sz="2025" b="0" dirty="0">
                          <a:solidFill>
                            <a:srgbClr val="003366"/>
                          </a:solidFill>
                          <a:latin typeface="Lato"/>
                          <a:ea typeface="Lato"/>
                          <a:cs typeface="Lato"/>
                        </a:rPr>
                        <a:t>Website, </a:t>
                      </a:r>
                      <a:r>
                        <a:rPr sz="2025" b="0" dirty="0" err="1">
                          <a:solidFill>
                            <a:srgbClr val="003366"/>
                          </a:solidFill>
                          <a:latin typeface="Lato"/>
                          <a:ea typeface="Lato"/>
                          <a:cs typeface="Lato"/>
                        </a:rPr>
                        <a:t>tích</a:t>
                      </a:r>
                      <a:r>
                        <a:rPr sz="2025" b="0" dirty="0">
                          <a:solidFill>
                            <a:srgbClr val="003366"/>
                          </a:solidFill>
                          <a:latin typeface="Lato"/>
                          <a:ea typeface="Lato"/>
                          <a:cs typeface="Lato"/>
                        </a:rPr>
                        <a:t> </a:t>
                      </a:r>
                      <a:r>
                        <a:rPr sz="2025" b="0" dirty="0" err="1">
                          <a:solidFill>
                            <a:srgbClr val="003366"/>
                          </a:solidFill>
                          <a:latin typeface="Lato"/>
                          <a:ea typeface="Lato"/>
                          <a:cs typeface="Lato"/>
                        </a:rPr>
                        <a:t>hợp</a:t>
                      </a:r>
                      <a:r>
                        <a:rPr sz="2025" b="0" dirty="0">
                          <a:solidFill>
                            <a:srgbClr val="003366"/>
                          </a:solidFill>
                          <a:latin typeface="Lato"/>
                          <a:ea typeface="Lato"/>
                          <a:cs typeface="Lato"/>
                        </a:rPr>
                        <a:t> API </a:t>
                      </a:r>
                      <a:r>
                        <a:rPr sz="2025" b="0" dirty="0" err="1">
                          <a:solidFill>
                            <a:srgbClr val="003366"/>
                          </a:solidFill>
                          <a:latin typeface="Lato"/>
                          <a:ea typeface="Lato"/>
                          <a:cs typeface="Lato"/>
                        </a:rPr>
                        <a:t>và</a:t>
                      </a:r>
                      <a:r>
                        <a:rPr sz="2025" b="0" dirty="0">
                          <a:solidFill>
                            <a:srgbClr val="003366"/>
                          </a:solidFill>
                          <a:latin typeface="Lato"/>
                          <a:ea typeface="Lato"/>
                          <a:cs typeface="Lato"/>
                        </a:rPr>
                        <a:t> </a:t>
                      </a:r>
                      <a:r>
                        <a:rPr sz="2025" b="0" dirty="0" err="1">
                          <a:solidFill>
                            <a:srgbClr val="003366"/>
                          </a:solidFill>
                          <a:latin typeface="Lato"/>
                          <a:ea typeface="Lato"/>
                          <a:cs typeface="Lato"/>
                        </a:rPr>
                        <a:t>kiểm</a:t>
                      </a:r>
                      <a:r>
                        <a:rPr sz="2025" b="0" dirty="0">
                          <a:solidFill>
                            <a:srgbClr val="003366"/>
                          </a:solidFill>
                          <a:latin typeface="Lato"/>
                          <a:ea typeface="Lato"/>
                          <a:cs typeface="Lato"/>
                        </a:rPr>
                        <a:t> </a:t>
                      </a:r>
                      <a:r>
                        <a:rPr sz="2025" b="0" dirty="0" err="1">
                          <a:solidFill>
                            <a:srgbClr val="003366"/>
                          </a:solidFill>
                          <a:latin typeface="Lato"/>
                          <a:ea typeface="Lato"/>
                          <a:cs typeface="Lato"/>
                        </a:rPr>
                        <a:t>thử</a:t>
                      </a:r>
                      <a:r>
                        <a:rPr sz="2025" b="0" dirty="0">
                          <a:solidFill>
                            <a:srgbClr val="003366"/>
                          </a:solidFill>
                          <a:latin typeface="Lato"/>
                          <a:ea typeface="Lato"/>
                          <a:cs typeface="Lato"/>
                        </a:rPr>
                        <a:t> </a:t>
                      </a:r>
                      <a:r>
                        <a:rPr sz="2025" b="0" dirty="0" err="1">
                          <a:solidFill>
                            <a:srgbClr val="003366"/>
                          </a:solidFill>
                          <a:latin typeface="Lato"/>
                          <a:ea typeface="Lato"/>
                          <a:cs typeface="Lato"/>
                        </a:rPr>
                        <a:t>tích</a:t>
                      </a:r>
                      <a:r>
                        <a:rPr sz="2025" b="0" dirty="0">
                          <a:solidFill>
                            <a:srgbClr val="003366"/>
                          </a:solidFill>
                          <a:latin typeface="Lato"/>
                          <a:ea typeface="Lato"/>
                          <a:cs typeface="Lato"/>
                        </a:rPr>
                        <a:t> </a:t>
                      </a:r>
                      <a:r>
                        <a:rPr sz="2025" b="0" dirty="0" err="1">
                          <a:solidFill>
                            <a:srgbClr val="003366"/>
                          </a:solidFill>
                          <a:latin typeface="Lato"/>
                          <a:ea typeface="Lato"/>
                          <a:cs typeface="Lato"/>
                        </a:rPr>
                        <a:t>hợp</a:t>
                      </a:r>
                      <a:endParaRPr sz="2025" b="0" dirty="0">
                        <a:solidFill>
                          <a:srgbClr val="003366"/>
                        </a:solidFill>
                        <a:latin typeface="Lato"/>
                        <a:ea typeface="Lato"/>
                        <a:cs typeface="Lato"/>
                      </a:endParaRPr>
                    </a:p>
                  </a:txBody>
                  <a:tcPr anchor="ctr">
                    <a:lnL w="9525" cap="flat" cmpd="sng" algn="ctr">
                      <a:solidFill>
                        <a:srgbClr val="003366"/>
                      </a:solidFill>
                      <a:prstDash val="solid"/>
                      <a:round/>
                      <a:headEnd type="none" w="med" len="med"/>
                      <a:tailEnd type="none" w="med" len="med"/>
                    </a:lnL>
                    <a:lnR w="9525">
                      <a:solidFill>
                        <a:srgbClr val="003366"/>
                      </a:solidFill>
                      <a:prstDash val="solid"/>
                    </a:lnR>
                    <a:lnT w="9525" cap="flat" cmpd="sng" algn="ctr">
                      <a:solidFill>
                        <a:srgbClr val="003366"/>
                      </a:solidFill>
                      <a:prstDash val="solid"/>
                      <a:round/>
                      <a:headEnd type="none" w="med" len="med"/>
                      <a:tailEnd type="none" w="med" len="med"/>
                    </a:lnT>
                    <a:lnB w="9525">
                      <a:solidFill>
                        <a:srgbClr val="003366"/>
                      </a:solidFill>
                      <a:prstDash val="solid"/>
                    </a:lnB>
                    <a:solidFill>
                      <a:srgbClr val="FFFFFF"/>
                    </a:solidFill>
                  </a:tcPr>
                </a:tc>
                <a:extLst>
                  <a:ext uri="{0D108BD9-81ED-4DB2-BD59-A6C34878D82A}">
                    <a16:rowId xmlns:a16="http://schemas.microsoft.com/office/drawing/2014/main" val="10004"/>
                  </a:ext>
                </a:extLst>
              </a:tr>
            </a:tbl>
          </a:graphicData>
        </a:graphic>
      </p:graphicFrame>
      <p:pic>
        <p:nvPicPr>
          <p:cNvPr id="6" name="Picture 5">
            <a:extLst>
              <a:ext uri="{FF2B5EF4-FFF2-40B4-BE49-F238E27FC236}">
                <a16:creationId xmlns:a16="http://schemas.microsoft.com/office/drawing/2014/main" id="{D1F21142-0422-4FCB-AB55-2178498DF789}"/>
              </a:ext>
            </a:extLst>
          </p:cNvPr>
          <p:cNvPicPr>
            <a:picLocks noChangeAspect="1"/>
          </p:cNvPicPr>
          <p:nvPr/>
        </p:nvPicPr>
        <p:blipFill>
          <a:blip r:embed="rId3"/>
          <a:srcRect l="5" r="5"/>
          <a:stretch>
            <a:fillRect/>
          </a:stretch>
        </p:blipFill>
        <p:spPr>
          <a:xfrm>
            <a:off x="304800" y="6229350"/>
            <a:ext cx="2971800" cy="344329"/>
          </a:xfrm>
          <a:prstGeom prst="rect">
            <a:avLst/>
          </a:prstGeom>
        </p:spPr>
      </p:pic>
      <p:cxnSp>
        <p:nvCxnSpPr>
          <p:cNvPr id="7" name="Đường chân trang theo mẫu">
            <a:extLst>
              <a:ext uri="{FF2B5EF4-FFF2-40B4-BE49-F238E27FC236}">
                <a16:creationId xmlns:a16="http://schemas.microsoft.com/office/drawing/2014/main" id="{10DBE748-F967-419B-B401-818940C470B6}"/>
              </a:ext>
            </a:extLst>
          </p:cNvPr>
          <p:cNvCxnSpPr/>
          <p:nvPr/>
        </p:nvCxnSpPr>
        <p:spPr>
          <a:xfrm>
            <a:off x="3619500" y="6391275"/>
            <a:ext cx="8258175" cy="0"/>
          </a:xfrm>
          <a:prstGeom prst="straightConnector1">
            <a:avLst/>
          </a:prstGeom>
          <a:ln w="11906">
            <a:solidFill>
              <a:srgbClr val="C00000"/>
            </a:solidFill>
          </a:ln>
        </p:spPr>
      </p:cxnSp>
      <p:sp>
        <p:nvSpPr>
          <p:cNvPr id="8" name="10">
            <a:extLst>
              <a:ext uri="{FF2B5EF4-FFF2-40B4-BE49-F238E27FC236}">
                <a16:creationId xmlns:a16="http://schemas.microsoft.com/office/drawing/2014/main" id="{ECD27657-287A-426B-A970-F35248055B5D}"/>
              </a:ext>
            </a:extLst>
          </p:cNvPr>
          <p:cNvSpPr>
            <a:spLocks noGrp="1"/>
          </p:cNvSpPr>
          <p:nvPr/>
        </p:nvSpPr>
        <p:spPr>
          <a:xfrm>
            <a:off x="11144250" y="6515100"/>
            <a:ext cx="666750" cy="247650"/>
          </a:xfrm>
          <a:prstGeom prst="rect">
            <a:avLst/>
          </a:prstGeom>
          <a:noFill/>
          <a:ln w="0">
            <a:noFill/>
          </a:ln>
        </p:spPr>
        <p:txBody>
          <a:bodyPr wrap="square" lIns="0" tIns="0" rIns="0" bIns="0" anchor="t">
            <a:noAutofit/>
          </a:bodyPr>
          <a:lstStyle>
            <a:defPPr algn="r">
              <a:defRPr sz="1200" b="0">
                <a:solidFill>
                  <a:srgbClr val="C00000"/>
                </a:solidFill>
                <a:latin typeface="Lato"/>
                <a:ea typeface="Lato"/>
                <a:cs typeface="Lato"/>
              </a:defRPr>
            </a:defPPr>
            <a:lvl1pPr algn="r">
              <a:buNone/>
              <a:defRPr sz="1200" b="0">
                <a:solidFill>
                  <a:srgbClr val="C00000"/>
                </a:solidFill>
                <a:latin typeface="Lato"/>
                <a:ea typeface="Lato"/>
                <a:cs typeface="Lato"/>
              </a:defRPr>
            </a:lvl1pPr>
            <a:lvl2pPr algn="r">
              <a:buNone/>
              <a:defRPr sz="1200" b="0">
                <a:solidFill>
                  <a:srgbClr val="C00000"/>
                </a:solidFill>
                <a:latin typeface="Lato"/>
                <a:ea typeface="Lato"/>
                <a:cs typeface="Lato"/>
              </a:defRPr>
            </a:lvl2pPr>
            <a:lvl3pPr algn="r">
              <a:buNone/>
              <a:defRPr sz="1200" b="0">
                <a:solidFill>
                  <a:srgbClr val="C00000"/>
                </a:solidFill>
                <a:latin typeface="Lato"/>
                <a:ea typeface="Lato"/>
                <a:cs typeface="Lato"/>
              </a:defRPr>
            </a:lvl3pPr>
            <a:lvl4pPr algn="r">
              <a:buNone/>
              <a:defRPr sz="1200" b="0">
                <a:solidFill>
                  <a:srgbClr val="C00000"/>
                </a:solidFill>
                <a:latin typeface="Lato"/>
                <a:ea typeface="Lato"/>
                <a:cs typeface="Lato"/>
              </a:defRPr>
            </a:lvl4pPr>
            <a:lvl5pPr algn="r">
              <a:buNone/>
              <a:defRPr sz="1200" b="0">
                <a:solidFill>
                  <a:srgbClr val="C00000"/>
                </a:solidFill>
                <a:latin typeface="Lato"/>
                <a:ea typeface="Lato"/>
                <a:cs typeface="Lato"/>
              </a:defRPr>
            </a:lvl5pPr>
            <a:lvl6pPr algn="r">
              <a:buNone/>
              <a:defRPr sz="1200" b="0">
                <a:solidFill>
                  <a:srgbClr val="C00000"/>
                </a:solidFill>
                <a:latin typeface="Lato"/>
                <a:ea typeface="Lato"/>
                <a:cs typeface="Lato"/>
              </a:defRPr>
            </a:lvl6pPr>
            <a:lvl7pPr algn="r">
              <a:buNone/>
              <a:defRPr sz="1200" b="0">
                <a:solidFill>
                  <a:srgbClr val="C00000"/>
                </a:solidFill>
                <a:latin typeface="Lato"/>
                <a:ea typeface="Lato"/>
                <a:cs typeface="Lato"/>
              </a:defRPr>
            </a:lvl7pPr>
            <a:lvl8pPr algn="r">
              <a:buNone/>
              <a:defRPr sz="1200" b="0">
                <a:solidFill>
                  <a:srgbClr val="C00000"/>
                </a:solidFill>
                <a:latin typeface="Lato"/>
                <a:ea typeface="Lato"/>
                <a:cs typeface="Lato"/>
              </a:defRPr>
            </a:lvl8pPr>
            <a:lvl9pPr algn="r">
              <a:buNone/>
              <a:defRPr sz="1200" b="0">
                <a:solidFill>
                  <a:srgbClr val="C00000"/>
                </a:solidFill>
                <a:latin typeface="Lato"/>
                <a:ea typeface="Lato"/>
                <a:cs typeface="Lato"/>
              </a:defRPr>
            </a:lvl9pPr>
          </a:lstStyle>
          <a:p>
            <a:pPr algn="r">
              <a:buNone/>
              <a:defRPr sz="1200" b="0">
                <a:solidFill>
                  <a:srgbClr val="C00000"/>
                </a:solidFill>
                <a:latin typeface="Lato"/>
                <a:ea typeface="Lato"/>
                <a:cs typeface="Lato"/>
              </a:defRPr>
            </a:pPr>
            <a:r>
              <a:rPr sz="1200" b="0" dirty="0">
                <a:solidFill>
                  <a:srgbClr val="C00000"/>
                </a:solidFill>
                <a:latin typeface="Lato"/>
                <a:ea typeface="Lato"/>
                <a:cs typeface="Lato"/>
              </a:rPr>
              <a:t>1</a:t>
            </a:r>
            <a:r>
              <a:rPr lang="en-US" sz="1200" b="0" dirty="0">
                <a:solidFill>
                  <a:srgbClr val="C00000"/>
                </a:solidFill>
                <a:latin typeface="Lato"/>
                <a:ea typeface="Lato"/>
                <a:cs typeface="Lato"/>
              </a:rPr>
              <a:t>2</a:t>
            </a:r>
            <a:endParaRPr sz="1200" b="0" dirty="0">
              <a:solidFill>
                <a:srgbClr val="C00000"/>
              </a:solidFill>
              <a:latin typeface="Lato"/>
              <a:ea typeface="Lato"/>
              <a:cs typeface="Lato"/>
            </a:endParaRPr>
          </a:p>
        </p:txBody>
      </p:sp>
      <p:sp>
        <p:nvSpPr>
          <p:cNvPr id="10" name="4.2    Phân công công việc">
            <a:extLst>
              <a:ext uri="{FF2B5EF4-FFF2-40B4-BE49-F238E27FC236}">
                <a16:creationId xmlns:a16="http://schemas.microsoft.com/office/drawing/2014/main" id="{33C865C3-3767-4E2A-A024-2B83CAF5ADF6}"/>
              </a:ext>
            </a:extLst>
          </p:cNvPr>
          <p:cNvSpPr>
            <a:spLocks noGrp="1"/>
          </p:cNvSpPr>
          <p:nvPr/>
        </p:nvSpPr>
        <p:spPr>
          <a:xfrm>
            <a:off x="381000" y="1009650"/>
            <a:ext cx="11239500" cy="409575"/>
          </a:xfrm>
          <a:prstGeom prst="rect">
            <a:avLst/>
          </a:prstGeom>
          <a:noFill/>
          <a:ln w="0">
            <a:noFill/>
          </a:ln>
        </p:spPr>
        <p:txBody>
          <a:bodyPr wrap="square" lIns="0" tIns="0" rIns="0" bIns="0" anchor="t">
            <a:noAutofit/>
          </a:bodyPr>
          <a:lstStyle>
            <a:defPPr algn="l">
              <a:defRPr sz="2400" b="1">
                <a:solidFill>
                  <a:srgbClr val="003366"/>
                </a:solidFill>
                <a:latin typeface="Lato"/>
                <a:ea typeface="Lato"/>
                <a:cs typeface="Lato"/>
              </a:defRPr>
            </a:defPPr>
            <a:lvl1pPr algn="l">
              <a:defRPr sz="2400" b="1">
                <a:solidFill>
                  <a:srgbClr val="003366"/>
                </a:solidFill>
                <a:latin typeface="Lato"/>
                <a:ea typeface="Lato"/>
                <a:cs typeface="Lato"/>
              </a:defRPr>
            </a:lvl1pPr>
            <a:lvl2pPr algn="l">
              <a:defRPr sz="2400" b="1">
                <a:solidFill>
                  <a:srgbClr val="003366"/>
                </a:solidFill>
                <a:latin typeface="Lato"/>
                <a:ea typeface="Lato"/>
                <a:cs typeface="Lato"/>
              </a:defRPr>
            </a:lvl2pPr>
            <a:lvl3pPr algn="l">
              <a:defRPr sz="2400" b="1">
                <a:solidFill>
                  <a:srgbClr val="003366"/>
                </a:solidFill>
                <a:latin typeface="Lato"/>
                <a:ea typeface="Lato"/>
                <a:cs typeface="Lato"/>
              </a:defRPr>
            </a:lvl3pPr>
            <a:lvl4pPr algn="l">
              <a:defRPr sz="2400" b="1">
                <a:solidFill>
                  <a:srgbClr val="003366"/>
                </a:solidFill>
                <a:latin typeface="Lato"/>
                <a:ea typeface="Lato"/>
                <a:cs typeface="Lato"/>
              </a:defRPr>
            </a:lvl4pPr>
            <a:lvl5pPr algn="l">
              <a:defRPr sz="2400" b="1">
                <a:solidFill>
                  <a:srgbClr val="003366"/>
                </a:solidFill>
                <a:latin typeface="Lato"/>
                <a:ea typeface="Lato"/>
                <a:cs typeface="Lato"/>
              </a:defRPr>
            </a:lvl5pPr>
            <a:lvl6pPr algn="l">
              <a:defRPr sz="2400" b="1">
                <a:solidFill>
                  <a:srgbClr val="003366"/>
                </a:solidFill>
                <a:latin typeface="Lato"/>
                <a:ea typeface="Lato"/>
                <a:cs typeface="Lato"/>
              </a:defRPr>
            </a:lvl6pPr>
            <a:lvl7pPr algn="l">
              <a:defRPr sz="2400" b="1">
                <a:solidFill>
                  <a:srgbClr val="003366"/>
                </a:solidFill>
                <a:latin typeface="Lato"/>
                <a:ea typeface="Lato"/>
                <a:cs typeface="Lato"/>
              </a:defRPr>
            </a:lvl7pPr>
            <a:lvl8pPr algn="l">
              <a:defRPr sz="2400" b="1">
                <a:solidFill>
                  <a:srgbClr val="003366"/>
                </a:solidFill>
                <a:latin typeface="Lato"/>
                <a:ea typeface="Lato"/>
                <a:cs typeface="Lato"/>
              </a:defRPr>
            </a:lvl8pPr>
            <a:lvl9pPr algn="l">
              <a:defRPr sz="2400" b="1">
                <a:solidFill>
                  <a:srgbClr val="003366"/>
                </a:solidFill>
                <a:latin typeface="Lato"/>
                <a:ea typeface="Lato"/>
                <a:cs typeface="Lato"/>
              </a:defRPr>
            </a:lvl9pPr>
          </a:lstStyle>
          <a:p>
            <a:pPr algn="l">
              <a:defRPr sz="2400" b="1">
                <a:solidFill>
                  <a:srgbClr val="003366"/>
                </a:solidFill>
                <a:latin typeface="Lato"/>
                <a:ea typeface="Lato"/>
                <a:cs typeface="Lato"/>
              </a:defRPr>
            </a:pPr>
            <a:r>
              <a:rPr sz="2400" b="1">
                <a:solidFill>
                  <a:srgbClr val="003366"/>
                </a:solidFill>
                <a:latin typeface="Lato"/>
                <a:ea typeface="Lato"/>
                <a:cs typeface="Lato"/>
              </a:rPr>
              <a:t>4.2    Phân công công việc</a:t>
            </a:r>
          </a:p>
        </p:txBody>
      </p:sp>
    </p:spTree>
    <p:extLst>
      <p:ext uri="{BB962C8B-B14F-4D97-AF65-F5344CB8AC3E}">
        <p14:creationId xmlns:p14="http://schemas.microsoft.com/office/powerpoint/2010/main" val="1541645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176;p8">
            <a:extLst>
              <a:ext uri="{FF2B5EF4-FFF2-40B4-BE49-F238E27FC236}">
                <a16:creationId xmlns:a16="http://schemas.microsoft.com/office/drawing/2014/main" id="{4E598D0C-7662-40A6-B0E5-57249D51781C}"/>
              </a:ext>
            </a:extLst>
          </p:cNvPr>
          <p:cNvSpPr>
            <a:spLocks noGrp="1"/>
          </p:cNvSpPr>
          <p:nvPr/>
        </p:nvSpPr>
        <p:spPr>
          <a:xfrm>
            <a:off x="287868" y="260081"/>
            <a:ext cx="660399" cy="527140"/>
          </a:xfrm>
          <a:prstGeom prst="rect">
            <a:avLst/>
          </a:prstGeom>
          <a:solidFill>
            <a:srgbClr val="C00000"/>
          </a:solidFill>
          <a:ln>
            <a:noFill/>
          </a:ln>
        </p:spPr>
        <p:txBody>
          <a:bodyPr spcFirstLastPara="1" wrap="square" lIns="91425" tIns="45700" rIns="91425" bIns="45700" anchor="t">
            <a:noAutofit/>
          </a:bodyPr>
          <a:lstStyle/>
          <a:p>
            <a:pPr marL="0" marR="0" lvl="0" indent="0" algn="ctr">
              <a:lnSpc>
                <a:spcPct val="90000"/>
              </a:lnSpc>
              <a:spcBef>
                <a:spcPts val="0"/>
              </a:spcBef>
              <a:spcAft>
                <a:spcPts val="0"/>
              </a:spcAft>
              <a:buClr>
                <a:schemeClr val="lt1"/>
              </a:buClr>
              <a:buSzPts val="3200"/>
              <a:buFont typeface="Lato"/>
              <a:buNone/>
            </a:pPr>
            <a:r>
              <a:rPr sz="3200" b="1" i="0" u="none" strike="noStrike" cap="none">
                <a:solidFill>
                  <a:schemeClr val="lt1"/>
                </a:solidFill>
                <a:latin typeface="Lato"/>
                <a:ea typeface="Lato"/>
                <a:cs typeface="Lato"/>
              </a:rPr>
              <a:t>4</a:t>
            </a:r>
            <a:endParaRPr/>
          </a:p>
        </p:txBody>
      </p:sp>
      <p:sp>
        <p:nvSpPr>
          <p:cNvPr id="2" name="Google Shape;181;p8">
            <a:extLst>
              <a:ext uri="{FF2B5EF4-FFF2-40B4-BE49-F238E27FC236}">
                <a16:creationId xmlns:a16="http://schemas.microsoft.com/office/drawing/2014/main" id="{A57C218D-4CE3-4159-94BD-1BD06BEC562F}"/>
              </a:ext>
            </a:extLst>
          </p:cNvPr>
          <p:cNvSpPr>
            <a:spLocks noGrp="1"/>
          </p:cNvSpPr>
          <p:nvPr/>
        </p:nvSpPr>
        <p:spPr>
          <a:xfrm>
            <a:off x="1032933" y="230370"/>
            <a:ext cx="10668000" cy="523173"/>
          </a:xfrm>
          <a:prstGeom prst="rect">
            <a:avLst/>
          </a:prstGeom>
          <a:noFill/>
          <a:ln>
            <a:noFill/>
          </a:ln>
        </p:spPr>
        <p:txBody>
          <a:bodyPr spcFirstLastPara="1" wrap="square" lIns="91425" tIns="45700" rIns="91425" bIns="45700" anchor="t">
            <a:noAutofit/>
          </a:bodyPr>
          <a:lstStyle/>
          <a:p>
            <a:pPr marL="0" marR="0" lvl="0" indent="0" algn="l">
              <a:lnSpc>
                <a:spcPct val="90000"/>
              </a:lnSpc>
              <a:spcBef>
                <a:spcPts val="0"/>
              </a:spcBef>
              <a:spcAft>
                <a:spcPts val="0"/>
              </a:spcAft>
              <a:buClr>
                <a:srgbClr val="003366"/>
              </a:buClr>
              <a:buSzPts val="3200"/>
              <a:buFont typeface="Lato"/>
              <a:buNone/>
            </a:pPr>
            <a:r>
              <a:rPr sz="3200" b="1" i="0" u="none" strike="noStrike" cap="none" dirty="0">
                <a:solidFill>
                  <a:srgbClr val="003366"/>
                </a:solidFill>
                <a:latin typeface="Lato"/>
                <a:ea typeface="Lato"/>
                <a:cs typeface="Lato"/>
              </a:rPr>
              <a:t>TÍCH HỢP VÀ TỔNG KẾT</a:t>
            </a:r>
            <a:endParaRPr dirty="0"/>
          </a:p>
        </p:txBody>
      </p:sp>
      <p:cxnSp>
        <p:nvCxnSpPr>
          <p:cNvPr id="3" name="Google Shape;182;p8">
            <a:extLst>
              <a:ext uri="{FF2B5EF4-FFF2-40B4-BE49-F238E27FC236}">
                <a16:creationId xmlns:a16="http://schemas.microsoft.com/office/drawing/2014/main" id="{9BD22AFD-9E72-4B1D-BC2C-4531AC57E632}"/>
              </a:ext>
            </a:extLst>
          </p:cNvPr>
          <p:cNvCxnSpPr/>
          <p:nvPr/>
        </p:nvCxnSpPr>
        <p:spPr>
          <a:xfrm rot="10800000" flipH="1">
            <a:off x="1134533" y="753543"/>
            <a:ext cx="3976827" cy="1144"/>
          </a:xfrm>
          <a:prstGeom prst="straightConnector1">
            <a:avLst/>
          </a:prstGeom>
          <a:ln w="38100" cap="flat">
            <a:solidFill>
              <a:srgbClr val="C00000"/>
            </a:solidFill>
            <a:prstDash val="solid"/>
            <a:miter/>
            <a:headEnd type="none" w="sm" len="sm"/>
            <a:tailEnd type="none" w="sm" len="sm"/>
          </a:ln>
        </p:spPr>
      </p:cxnSp>
      <p:pic>
        <p:nvPicPr>
          <p:cNvPr id="6" name="Picture 5">
            <a:extLst>
              <a:ext uri="{FF2B5EF4-FFF2-40B4-BE49-F238E27FC236}">
                <a16:creationId xmlns:a16="http://schemas.microsoft.com/office/drawing/2014/main" id="{5A807A71-D30C-4B1F-B6B0-E639D009273D}"/>
              </a:ext>
            </a:extLst>
          </p:cNvPr>
          <p:cNvPicPr>
            <a:picLocks noChangeAspect="1"/>
          </p:cNvPicPr>
          <p:nvPr/>
        </p:nvPicPr>
        <p:blipFill>
          <a:blip r:embed="rId3"/>
          <a:srcRect l="5" r="5"/>
          <a:stretch>
            <a:fillRect/>
          </a:stretch>
        </p:blipFill>
        <p:spPr>
          <a:xfrm>
            <a:off x="304800" y="6229350"/>
            <a:ext cx="2971800" cy="344329"/>
          </a:xfrm>
          <a:prstGeom prst="rect">
            <a:avLst/>
          </a:prstGeom>
        </p:spPr>
      </p:pic>
      <p:cxnSp>
        <p:nvCxnSpPr>
          <p:cNvPr id="7" name="Đường chân trang theo mẫu">
            <a:extLst>
              <a:ext uri="{FF2B5EF4-FFF2-40B4-BE49-F238E27FC236}">
                <a16:creationId xmlns:a16="http://schemas.microsoft.com/office/drawing/2014/main" id="{6333A290-8B56-4F0C-9B83-A4F6133471B5}"/>
              </a:ext>
            </a:extLst>
          </p:cNvPr>
          <p:cNvCxnSpPr/>
          <p:nvPr/>
        </p:nvCxnSpPr>
        <p:spPr>
          <a:xfrm>
            <a:off x="3619500" y="6391275"/>
            <a:ext cx="8258175" cy="0"/>
          </a:xfrm>
          <a:prstGeom prst="straightConnector1">
            <a:avLst/>
          </a:prstGeom>
          <a:ln w="11906">
            <a:solidFill>
              <a:srgbClr val="C00000"/>
            </a:solidFill>
          </a:ln>
        </p:spPr>
      </p:cxnSp>
      <p:sp>
        <p:nvSpPr>
          <p:cNvPr id="8" name="10">
            <a:extLst>
              <a:ext uri="{FF2B5EF4-FFF2-40B4-BE49-F238E27FC236}">
                <a16:creationId xmlns:a16="http://schemas.microsoft.com/office/drawing/2014/main" id="{ECD27657-287A-426B-A970-F35248055B5D}"/>
              </a:ext>
            </a:extLst>
          </p:cNvPr>
          <p:cNvSpPr>
            <a:spLocks noGrp="1"/>
          </p:cNvSpPr>
          <p:nvPr/>
        </p:nvSpPr>
        <p:spPr>
          <a:xfrm>
            <a:off x="11144250" y="6515100"/>
            <a:ext cx="666750" cy="247650"/>
          </a:xfrm>
          <a:prstGeom prst="rect">
            <a:avLst/>
          </a:prstGeom>
          <a:noFill/>
          <a:ln w="0">
            <a:noFill/>
          </a:ln>
        </p:spPr>
        <p:txBody>
          <a:bodyPr wrap="square" lIns="0" tIns="0" rIns="0" bIns="0" anchor="t">
            <a:noAutofit/>
          </a:bodyPr>
          <a:lstStyle>
            <a:defPPr algn="r">
              <a:defRPr sz="1200" b="0">
                <a:solidFill>
                  <a:srgbClr val="C00000"/>
                </a:solidFill>
                <a:latin typeface="Lato"/>
                <a:ea typeface="Lato"/>
                <a:cs typeface="Lato"/>
              </a:defRPr>
            </a:defPPr>
            <a:lvl1pPr algn="r">
              <a:buNone/>
              <a:defRPr sz="1200" b="0">
                <a:solidFill>
                  <a:srgbClr val="C00000"/>
                </a:solidFill>
                <a:latin typeface="Lato"/>
                <a:ea typeface="Lato"/>
                <a:cs typeface="Lato"/>
              </a:defRPr>
            </a:lvl1pPr>
            <a:lvl2pPr algn="r">
              <a:buNone/>
              <a:defRPr sz="1200" b="0">
                <a:solidFill>
                  <a:srgbClr val="C00000"/>
                </a:solidFill>
                <a:latin typeface="Lato"/>
                <a:ea typeface="Lato"/>
                <a:cs typeface="Lato"/>
              </a:defRPr>
            </a:lvl2pPr>
            <a:lvl3pPr algn="r">
              <a:buNone/>
              <a:defRPr sz="1200" b="0">
                <a:solidFill>
                  <a:srgbClr val="C00000"/>
                </a:solidFill>
                <a:latin typeface="Lato"/>
                <a:ea typeface="Lato"/>
                <a:cs typeface="Lato"/>
              </a:defRPr>
            </a:lvl3pPr>
            <a:lvl4pPr algn="r">
              <a:buNone/>
              <a:defRPr sz="1200" b="0">
                <a:solidFill>
                  <a:srgbClr val="C00000"/>
                </a:solidFill>
                <a:latin typeface="Lato"/>
                <a:ea typeface="Lato"/>
                <a:cs typeface="Lato"/>
              </a:defRPr>
            </a:lvl4pPr>
            <a:lvl5pPr algn="r">
              <a:buNone/>
              <a:defRPr sz="1200" b="0">
                <a:solidFill>
                  <a:srgbClr val="C00000"/>
                </a:solidFill>
                <a:latin typeface="Lato"/>
                <a:ea typeface="Lato"/>
                <a:cs typeface="Lato"/>
              </a:defRPr>
            </a:lvl5pPr>
            <a:lvl6pPr algn="r">
              <a:buNone/>
              <a:defRPr sz="1200" b="0">
                <a:solidFill>
                  <a:srgbClr val="C00000"/>
                </a:solidFill>
                <a:latin typeface="Lato"/>
                <a:ea typeface="Lato"/>
                <a:cs typeface="Lato"/>
              </a:defRPr>
            </a:lvl6pPr>
            <a:lvl7pPr algn="r">
              <a:buNone/>
              <a:defRPr sz="1200" b="0">
                <a:solidFill>
                  <a:srgbClr val="C00000"/>
                </a:solidFill>
                <a:latin typeface="Lato"/>
                <a:ea typeface="Lato"/>
                <a:cs typeface="Lato"/>
              </a:defRPr>
            </a:lvl7pPr>
            <a:lvl8pPr algn="r">
              <a:buNone/>
              <a:defRPr sz="1200" b="0">
                <a:solidFill>
                  <a:srgbClr val="C00000"/>
                </a:solidFill>
                <a:latin typeface="Lato"/>
                <a:ea typeface="Lato"/>
                <a:cs typeface="Lato"/>
              </a:defRPr>
            </a:lvl8pPr>
            <a:lvl9pPr algn="r">
              <a:buNone/>
              <a:defRPr sz="1200" b="0">
                <a:solidFill>
                  <a:srgbClr val="C00000"/>
                </a:solidFill>
                <a:latin typeface="Lato"/>
                <a:ea typeface="Lato"/>
                <a:cs typeface="Lato"/>
              </a:defRPr>
            </a:lvl9pPr>
          </a:lstStyle>
          <a:p>
            <a:pPr algn="r">
              <a:buNone/>
              <a:defRPr sz="1200" b="0">
                <a:solidFill>
                  <a:srgbClr val="C00000"/>
                </a:solidFill>
                <a:latin typeface="Lato"/>
                <a:ea typeface="Lato"/>
                <a:cs typeface="Lato"/>
              </a:defRPr>
            </a:pPr>
            <a:r>
              <a:rPr sz="1200" b="0" dirty="0">
                <a:solidFill>
                  <a:srgbClr val="C00000"/>
                </a:solidFill>
                <a:latin typeface="Lato"/>
                <a:ea typeface="Lato"/>
                <a:cs typeface="Lato"/>
              </a:rPr>
              <a:t>1</a:t>
            </a:r>
            <a:r>
              <a:rPr lang="en-US" dirty="0"/>
              <a:t>3</a:t>
            </a:r>
            <a:endParaRPr sz="1200" b="0" dirty="0">
              <a:solidFill>
                <a:srgbClr val="C00000"/>
              </a:solidFill>
              <a:latin typeface="Lato"/>
              <a:ea typeface="Lato"/>
              <a:cs typeface="Lato"/>
            </a:endParaRPr>
          </a:p>
        </p:txBody>
      </p:sp>
      <p:sp>
        <p:nvSpPr>
          <p:cNvPr id="10" name="4.3    Tổng kết">
            <a:extLst>
              <a:ext uri="{FF2B5EF4-FFF2-40B4-BE49-F238E27FC236}">
                <a16:creationId xmlns:a16="http://schemas.microsoft.com/office/drawing/2014/main" id="{FCA4186C-5747-459C-B7D2-26ED3E65805C}"/>
              </a:ext>
            </a:extLst>
          </p:cNvPr>
          <p:cNvSpPr>
            <a:spLocks noGrp="1"/>
          </p:cNvSpPr>
          <p:nvPr/>
        </p:nvSpPr>
        <p:spPr>
          <a:xfrm>
            <a:off x="381000" y="1009650"/>
            <a:ext cx="11239500" cy="457200"/>
          </a:xfrm>
          <a:prstGeom prst="rect">
            <a:avLst/>
          </a:prstGeom>
          <a:noFill/>
          <a:ln w="0">
            <a:noFill/>
          </a:ln>
        </p:spPr>
        <p:txBody>
          <a:bodyPr wrap="square" lIns="0" tIns="0" rIns="0" bIns="0" anchor="t">
            <a:noAutofit/>
          </a:bodyPr>
          <a:lstStyle>
            <a:defPPr algn="l">
              <a:defRPr sz="2400" b="1">
                <a:solidFill>
                  <a:srgbClr val="003366"/>
                </a:solidFill>
                <a:latin typeface="Lato"/>
                <a:ea typeface="Lato"/>
                <a:cs typeface="Lato"/>
              </a:defRPr>
            </a:defPPr>
            <a:lvl1pPr algn="l">
              <a:defRPr sz="2400" b="1">
                <a:solidFill>
                  <a:srgbClr val="003366"/>
                </a:solidFill>
                <a:latin typeface="Lato"/>
                <a:ea typeface="Lato"/>
                <a:cs typeface="Lato"/>
              </a:defRPr>
            </a:lvl1pPr>
            <a:lvl2pPr algn="l">
              <a:defRPr sz="2400" b="1">
                <a:solidFill>
                  <a:srgbClr val="003366"/>
                </a:solidFill>
                <a:latin typeface="Lato"/>
                <a:ea typeface="Lato"/>
                <a:cs typeface="Lato"/>
              </a:defRPr>
            </a:lvl2pPr>
            <a:lvl3pPr algn="l">
              <a:defRPr sz="2400" b="1">
                <a:solidFill>
                  <a:srgbClr val="003366"/>
                </a:solidFill>
                <a:latin typeface="Lato"/>
                <a:ea typeface="Lato"/>
                <a:cs typeface="Lato"/>
              </a:defRPr>
            </a:lvl3pPr>
            <a:lvl4pPr algn="l">
              <a:defRPr sz="2400" b="1">
                <a:solidFill>
                  <a:srgbClr val="003366"/>
                </a:solidFill>
                <a:latin typeface="Lato"/>
                <a:ea typeface="Lato"/>
                <a:cs typeface="Lato"/>
              </a:defRPr>
            </a:lvl4pPr>
            <a:lvl5pPr algn="l">
              <a:defRPr sz="2400" b="1">
                <a:solidFill>
                  <a:srgbClr val="003366"/>
                </a:solidFill>
                <a:latin typeface="Lato"/>
                <a:ea typeface="Lato"/>
                <a:cs typeface="Lato"/>
              </a:defRPr>
            </a:lvl5pPr>
            <a:lvl6pPr algn="l">
              <a:defRPr sz="2400" b="1">
                <a:solidFill>
                  <a:srgbClr val="003366"/>
                </a:solidFill>
                <a:latin typeface="Lato"/>
                <a:ea typeface="Lato"/>
                <a:cs typeface="Lato"/>
              </a:defRPr>
            </a:lvl6pPr>
            <a:lvl7pPr algn="l">
              <a:defRPr sz="2400" b="1">
                <a:solidFill>
                  <a:srgbClr val="003366"/>
                </a:solidFill>
                <a:latin typeface="Lato"/>
                <a:ea typeface="Lato"/>
                <a:cs typeface="Lato"/>
              </a:defRPr>
            </a:lvl7pPr>
            <a:lvl8pPr algn="l">
              <a:defRPr sz="2400" b="1">
                <a:solidFill>
                  <a:srgbClr val="003366"/>
                </a:solidFill>
                <a:latin typeface="Lato"/>
                <a:ea typeface="Lato"/>
                <a:cs typeface="Lato"/>
              </a:defRPr>
            </a:lvl8pPr>
            <a:lvl9pPr algn="l">
              <a:defRPr sz="2400" b="1">
                <a:solidFill>
                  <a:srgbClr val="003366"/>
                </a:solidFill>
                <a:latin typeface="Lato"/>
                <a:ea typeface="Lato"/>
                <a:cs typeface="Lato"/>
              </a:defRPr>
            </a:lvl9pPr>
          </a:lstStyle>
          <a:p>
            <a:pPr algn="l">
              <a:defRPr sz="2400" b="1">
                <a:solidFill>
                  <a:srgbClr val="003366"/>
                </a:solidFill>
                <a:latin typeface="Lato"/>
                <a:ea typeface="Lato"/>
                <a:cs typeface="Lato"/>
              </a:defRPr>
            </a:pPr>
            <a:r>
              <a:rPr sz="2400" b="1">
                <a:solidFill>
                  <a:srgbClr val="003366"/>
                </a:solidFill>
                <a:latin typeface="Lato"/>
                <a:ea typeface="Lato"/>
                <a:cs typeface="Lato"/>
              </a:rPr>
              <a:t>4.3    Tổng kết</a:t>
            </a:r>
          </a:p>
        </p:txBody>
      </p:sp>
      <p:sp>
        <p:nvSpPr>
          <p:cNvPr id="11" name="Mục tiêu">
            <a:extLst>
              <a:ext uri="{FF2B5EF4-FFF2-40B4-BE49-F238E27FC236}">
                <a16:creationId xmlns:a16="http://schemas.microsoft.com/office/drawing/2014/main" id="{631230E2-4839-42DE-B2BE-DDEC6820BB24}"/>
              </a:ext>
            </a:extLst>
          </p:cNvPr>
          <p:cNvSpPr>
            <a:spLocks noGrp="1"/>
          </p:cNvSpPr>
          <p:nvPr/>
        </p:nvSpPr>
        <p:spPr>
          <a:xfrm>
            <a:off x="609600" y="1971675"/>
            <a:ext cx="1905000" cy="457200"/>
          </a:xfrm>
          <a:prstGeom prst="rect">
            <a:avLst/>
          </a:prstGeom>
          <a:noFill/>
          <a:ln w="0">
            <a:noFill/>
          </a:ln>
        </p:spPr>
        <p:txBody>
          <a:bodyPr wrap="square" lIns="0" tIns="0" rIns="0" bIns="0" anchor="t">
            <a:noAutofit/>
          </a:bodyPr>
          <a:lstStyle>
            <a:defPPr algn="l">
              <a:defRPr sz="2250" b="1">
                <a:solidFill>
                  <a:srgbClr val="003366"/>
                </a:solidFill>
                <a:latin typeface="Lato"/>
                <a:ea typeface="Lato"/>
                <a:cs typeface="Lato"/>
              </a:defRPr>
            </a:defPPr>
            <a:lvl1pPr algn="l">
              <a:defRPr sz="2250" b="1">
                <a:solidFill>
                  <a:srgbClr val="003366"/>
                </a:solidFill>
                <a:latin typeface="Lato"/>
                <a:ea typeface="Lato"/>
                <a:cs typeface="Lato"/>
              </a:defRPr>
            </a:lvl1pPr>
            <a:lvl2pPr algn="l">
              <a:defRPr sz="2250" b="1">
                <a:solidFill>
                  <a:srgbClr val="003366"/>
                </a:solidFill>
                <a:latin typeface="Lato"/>
                <a:ea typeface="Lato"/>
                <a:cs typeface="Lato"/>
              </a:defRPr>
            </a:lvl2pPr>
            <a:lvl3pPr algn="l">
              <a:defRPr sz="2250" b="1">
                <a:solidFill>
                  <a:srgbClr val="003366"/>
                </a:solidFill>
                <a:latin typeface="Lato"/>
                <a:ea typeface="Lato"/>
                <a:cs typeface="Lato"/>
              </a:defRPr>
            </a:lvl3pPr>
            <a:lvl4pPr algn="l">
              <a:defRPr sz="2250" b="1">
                <a:solidFill>
                  <a:srgbClr val="003366"/>
                </a:solidFill>
                <a:latin typeface="Lato"/>
                <a:ea typeface="Lato"/>
                <a:cs typeface="Lato"/>
              </a:defRPr>
            </a:lvl4pPr>
            <a:lvl5pPr algn="l">
              <a:defRPr sz="2250" b="1">
                <a:solidFill>
                  <a:srgbClr val="003366"/>
                </a:solidFill>
                <a:latin typeface="Lato"/>
                <a:ea typeface="Lato"/>
                <a:cs typeface="Lato"/>
              </a:defRPr>
            </a:lvl5pPr>
            <a:lvl6pPr algn="l">
              <a:defRPr sz="2250" b="1">
                <a:solidFill>
                  <a:srgbClr val="003366"/>
                </a:solidFill>
                <a:latin typeface="Lato"/>
                <a:ea typeface="Lato"/>
                <a:cs typeface="Lato"/>
              </a:defRPr>
            </a:lvl6pPr>
            <a:lvl7pPr algn="l">
              <a:defRPr sz="2250" b="1">
                <a:solidFill>
                  <a:srgbClr val="003366"/>
                </a:solidFill>
                <a:latin typeface="Lato"/>
                <a:ea typeface="Lato"/>
                <a:cs typeface="Lato"/>
              </a:defRPr>
            </a:lvl7pPr>
            <a:lvl8pPr algn="l">
              <a:defRPr sz="2250" b="1">
                <a:solidFill>
                  <a:srgbClr val="003366"/>
                </a:solidFill>
                <a:latin typeface="Lato"/>
                <a:ea typeface="Lato"/>
                <a:cs typeface="Lato"/>
              </a:defRPr>
            </a:lvl8pPr>
            <a:lvl9pPr algn="l">
              <a:defRPr sz="2250" b="1">
                <a:solidFill>
                  <a:srgbClr val="003366"/>
                </a:solidFill>
                <a:latin typeface="Lato"/>
                <a:ea typeface="Lato"/>
                <a:cs typeface="Lato"/>
              </a:defRPr>
            </a:lvl9pPr>
          </a:lstStyle>
          <a:p>
            <a:pPr algn="l">
              <a:defRPr sz="2250" b="1">
                <a:solidFill>
                  <a:srgbClr val="003366"/>
                </a:solidFill>
                <a:latin typeface="Lato"/>
                <a:ea typeface="Lato"/>
                <a:cs typeface="Lato"/>
              </a:defRPr>
            </a:pPr>
            <a:r>
              <a:rPr sz="2250" b="1">
                <a:solidFill>
                  <a:srgbClr val="003366"/>
                </a:solidFill>
                <a:latin typeface="Lato"/>
                <a:ea typeface="Lato"/>
                <a:cs typeface="Lato"/>
              </a:rPr>
              <a:t>Mục tiêu</a:t>
            </a:r>
          </a:p>
        </p:txBody>
      </p:sp>
      <p:sp>
        <p:nvSpPr>
          <p:cNvPr id="12" name="Giám sát và cảnh báo sớm nguy cơ cháy&#10;tại nhà trọ.">
            <a:extLst>
              <a:ext uri="{FF2B5EF4-FFF2-40B4-BE49-F238E27FC236}">
                <a16:creationId xmlns:a16="http://schemas.microsoft.com/office/drawing/2014/main" id="{0BAAF711-F3A0-4BD7-962A-27979AFE35D7}"/>
              </a:ext>
            </a:extLst>
          </p:cNvPr>
          <p:cNvSpPr>
            <a:spLocks noGrp="1"/>
          </p:cNvSpPr>
          <p:nvPr/>
        </p:nvSpPr>
        <p:spPr>
          <a:xfrm>
            <a:off x="2714625" y="1971675"/>
            <a:ext cx="8763000" cy="857250"/>
          </a:xfrm>
          <a:prstGeom prst="rect">
            <a:avLst/>
          </a:prstGeom>
          <a:noFill/>
          <a:ln w="0">
            <a:noFill/>
          </a:ln>
        </p:spPr>
        <p:txBody>
          <a:bodyPr wrap="square" lIns="0" tIns="0" rIns="0" bIns="0" anchor="t">
            <a:noAutofit/>
          </a:bodyPr>
          <a:lstStyle>
            <a:defPPr algn="l">
              <a:defRPr sz="2250" b="0">
                <a:solidFill>
                  <a:srgbClr val="003366"/>
                </a:solidFill>
                <a:latin typeface="Lato"/>
                <a:ea typeface="Lato"/>
                <a:cs typeface="Lato"/>
              </a:defRPr>
            </a:defPPr>
            <a:lvl1pPr algn="l">
              <a:defRPr sz="2250" b="0">
                <a:solidFill>
                  <a:srgbClr val="003366"/>
                </a:solidFill>
                <a:latin typeface="Lato"/>
                <a:ea typeface="Lato"/>
                <a:cs typeface="Lato"/>
              </a:defRPr>
            </a:lvl1pPr>
            <a:lvl2pPr algn="l">
              <a:defRPr sz="2250" b="0">
                <a:solidFill>
                  <a:srgbClr val="003366"/>
                </a:solidFill>
                <a:latin typeface="Lato"/>
                <a:ea typeface="Lato"/>
                <a:cs typeface="Lato"/>
              </a:defRPr>
            </a:lvl2pPr>
            <a:lvl3pPr algn="l">
              <a:defRPr sz="2250" b="0">
                <a:solidFill>
                  <a:srgbClr val="003366"/>
                </a:solidFill>
                <a:latin typeface="Lato"/>
                <a:ea typeface="Lato"/>
                <a:cs typeface="Lato"/>
              </a:defRPr>
            </a:lvl3pPr>
            <a:lvl4pPr algn="l">
              <a:defRPr sz="2250" b="0">
                <a:solidFill>
                  <a:srgbClr val="003366"/>
                </a:solidFill>
                <a:latin typeface="Lato"/>
                <a:ea typeface="Lato"/>
                <a:cs typeface="Lato"/>
              </a:defRPr>
            </a:lvl4pPr>
            <a:lvl5pPr algn="l">
              <a:defRPr sz="2250" b="0">
                <a:solidFill>
                  <a:srgbClr val="003366"/>
                </a:solidFill>
                <a:latin typeface="Lato"/>
                <a:ea typeface="Lato"/>
                <a:cs typeface="Lato"/>
              </a:defRPr>
            </a:lvl5pPr>
            <a:lvl6pPr algn="l">
              <a:defRPr sz="2250" b="0">
                <a:solidFill>
                  <a:srgbClr val="003366"/>
                </a:solidFill>
                <a:latin typeface="Lato"/>
                <a:ea typeface="Lato"/>
                <a:cs typeface="Lato"/>
              </a:defRPr>
            </a:lvl6pPr>
            <a:lvl7pPr algn="l">
              <a:defRPr sz="2250" b="0">
                <a:solidFill>
                  <a:srgbClr val="003366"/>
                </a:solidFill>
                <a:latin typeface="Lato"/>
                <a:ea typeface="Lato"/>
                <a:cs typeface="Lato"/>
              </a:defRPr>
            </a:lvl7pPr>
            <a:lvl8pPr algn="l">
              <a:defRPr sz="2250" b="0">
                <a:solidFill>
                  <a:srgbClr val="003366"/>
                </a:solidFill>
                <a:latin typeface="Lato"/>
                <a:ea typeface="Lato"/>
                <a:cs typeface="Lato"/>
              </a:defRPr>
            </a:lvl8pPr>
            <a:lvl9pPr algn="l">
              <a:defRPr sz="2250" b="0">
                <a:solidFill>
                  <a:srgbClr val="003366"/>
                </a:solidFill>
                <a:latin typeface="Lato"/>
                <a:ea typeface="Lato"/>
                <a:cs typeface="Lato"/>
              </a:defRPr>
            </a:lvl9pPr>
          </a:lstStyle>
          <a:p>
            <a:pPr algn="l">
              <a:defRPr sz="2250" b="0">
                <a:solidFill>
                  <a:srgbClr val="003366"/>
                </a:solidFill>
                <a:latin typeface="Lato"/>
                <a:ea typeface="Lato"/>
                <a:cs typeface="Lato"/>
              </a:defRPr>
            </a:pPr>
            <a:r>
              <a:rPr sz="2250" b="0">
                <a:solidFill>
                  <a:srgbClr val="003366"/>
                </a:solidFill>
                <a:latin typeface="Lato"/>
                <a:ea typeface="Lato"/>
                <a:cs typeface="Lato"/>
              </a:rPr>
              <a:t>Giám sát và cảnh báo sớm nguy cơ cháy</a:t>
            </a:r>
          </a:p>
          <a:p>
            <a:pPr algn="l">
              <a:defRPr sz="2250" b="0">
                <a:solidFill>
                  <a:srgbClr val="003366"/>
                </a:solidFill>
                <a:latin typeface="Lato"/>
                <a:ea typeface="Lato"/>
                <a:cs typeface="Lato"/>
              </a:defRPr>
            </a:pPr>
            <a:r>
              <a:rPr sz="2250" b="0">
                <a:solidFill>
                  <a:srgbClr val="003366"/>
                </a:solidFill>
                <a:latin typeface="Lato"/>
                <a:ea typeface="Lato"/>
                <a:cs typeface="Lato"/>
              </a:rPr>
              <a:t>tại nhà trọ.</a:t>
            </a:r>
          </a:p>
        </p:txBody>
      </p:sp>
      <p:sp>
        <p:nvSpPr>
          <p:cNvPr id="13" name="Phương án">
            <a:extLst>
              <a:ext uri="{FF2B5EF4-FFF2-40B4-BE49-F238E27FC236}">
                <a16:creationId xmlns:a16="http://schemas.microsoft.com/office/drawing/2014/main" id="{3FCB4203-C09C-477B-A322-680E8C397D71}"/>
              </a:ext>
            </a:extLst>
          </p:cNvPr>
          <p:cNvSpPr>
            <a:spLocks noGrp="1"/>
          </p:cNvSpPr>
          <p:nvPr/>
        </p:nvSpPr>
        <p:spPr>
          <a:xfrm>
            <a:off x="609600" y="3276600"/>
            <a:ext cx="1905000" cy="457200"/>
          </a:xfrm>
          <a:prstGeom prst="rect">
            <a:avLst/>
          </a:prstGeom>
          <a:noFill/>
          <a:ln w="0">
            <a:noFill/>
          </a:ln>
        </p:spPr>
        <p:txBody>
          <a:bodyPr wrap="square" lIns="0" tIns="0" rIns="0" bIns="0" anchor="t">
            <a:noAutofit/>
          </a:bodyPr>
          <a:lstStyle>
            <a:defPPr algn="l">
              <a:defRPr sz="2250" b="1">
                <a:solidFill>
                  <a:srgbClr val="003366"/>
                </a:solidFill>
                <a:latin typeface="Lato"/>
                <a:ea typeface="Lato"/>
                <a:cs typeface="Lato"/>
              </a:defRPr>
            </a:defPPr>
            <a:lvl1pPr algn="l">
              <a:defRPr sz="2250" b="1">
                <a:solidFill>
                  <a:srgbClr val="003366"/>
                </a:solidFill>
                <a:latin typeface="Lato"/>
                <a:ea typeface="Lato"/>
                <a:cs typeface="Lato"/>
              </a:defRPr>
            </a:lvl1pPr>
            <a:lvl2pPr algn="l">
              <a:defRPr sz="2250" b="1">
                <a:solidFill>
                  <a:srgbClr val="003366"/>
                </a:solidFill>
                <a:latin typeface="Lato"/>
                <a:ea typeface="Lato"/>
                <a:cs typeface="Lato"/>
              </a:defRPr>
            </a:lvl2pPr>
            <a:lvl3pPr algn="l">
              <a:defRPr sz="2250" b="1">
                <a:solidFill>
                  <a:srgbClr val="003366"/>
                </a:solidFill>
                <a:latin typeface="Lato"/>
                <a:ea typeface="Lato"/>
                <a:cs typeface="Lato"/>
              </a:defRPr>
            </a:lvl3pPr>
            <a:lvl4pPr algn="l">
              <a:defRPr sz="2250" b="1">
                <a:solidFill>
                  <a:srgbClr val="003366"/>
                </a:solidFill>
                <a:latin typeface="Lato"/>
                <a:ea typeface="Lato"/>
                <a:cs typeface="Lato"/>
              </a:defRPr>
            </a:lvl4pPr>
            <a:lvl5pPr algn="l">
              <a:defRPr sz="2250" b="1">
                <a:solidFill>
                  <a:srgbClr val="003366"/>
                </a:solidFill>
                <a:latin typeface="Lato"/>
                <a:ea typeface="Lato"/>
                <a:cs typeface="Lato"/>
              </a:defRPr>
            </a:lvl5pPr>
            <a:lvl6pPr algn="l">
              <a:defRPr sz="2250" b="1">
                <a:solidFill>
                  <a:srgbClr val="003366"/>
                </a:solidFill>
                <a:latin typeface="Lato"/>
                <a:ea typeface="Lato"/>
                <a:cs typeface="Lato"/>
              </a:defRPr>
            </a:lvl6pPr>
            <a:lvl7pPr algn="l">
              <a:defRPr sz="2250" b="1">
                <a:solidFill>
                  <a:srgbClr val="003366"/>
                </a:solidFill>
                <a:latin typeface="Lato"/>
                <a:ea typeface="Lato"/>
                <a:cs typeface="Lato"/>
              </a:defRPr>
            </a:lvl7pPr>
            <a:lvl8pPr algn="l">
              <a:defRPr sz="2250" b="1">
                <a:solidFill>
                  <a:srgbClr val="003366"/>
                </a:solidFill>
                <a:latin typeface="Lato"/>
                <a:ea typeface="Lato"/>
                <a:cs typeface="Lato"/>
              </a:defRPr>
            </a:lvl8pPr>
            <a:lvl9pPr algn="l">
              <a:defRPr sz="2250" b="1">
                <a:solidFill>
                  <a:srgbClr val="003366"/>
                </a:solidFill>
                <a:latin typeface="Lato"/>
                <a:ea typeface="Lato"/>
                <a:cs typeface="Lato"/>
              </a:defRPr>
            </a:lvl9pPr>
          </a:lstStyle>
          <a:p>
            <a:pPr algn="l">
              <a:defRPr sz="2250" b="1">
                <a:solidFill>
                  <a:srgbClr val="003366"/>
                </a:solidFill>
                <a:latin typeface="Lato"/>
                <a:ea typeface="Lato"/>
                <a:cs typeface="Lato"/>
              </a:defRPr>
            </a:pPr>
            <a:r>
              <a:rPr sz="2250" b="1">
                <a:solidFill>
                  <a:srgbClr val="003366"/>
                </a:solidFill>
                <a:latin typeface="Lato"/>
                <a:ea typeface="Lato"/>
                <a:cs typeface="Lato"/>
              </a:rPr>
              <a:t>Phương án</a:t>
            </a:r>
          </a:p>
        </p:txBody>
      </p:sp>
      <p:sp>
        <p:nvSpPr>
          <p:cNvPr id="14" name="Hai node, đèn/còi tại chỗ và cảnh báo qua Telegram.&#10;Backend do nhóm tự">
            <a:extLst>
              <a:ext uri="{FF2B5EF4-FFF2-40B4-BE49-F238E27FC236}">
                <a16:creationId xmlns:a16="http://schemas.microsoft.com/office/drawing/2014/main" id="{6CC6DB0A-A1E5-469C-BB6B-6134CCDF4806}"/>
              </a:ext>
            </a:extLst>
          </p:cNvPr>
          <p:cNvSpPr>
            <a:spLocks noGrp="1"/>
          </p:cNvSpPr>
          <p:nvPr/>
        </p:nvSpPr>
        <p:spPr>
          <a:xfrm>
            <a:off x="2714625" y="3276600"/>
            <a:ext cx="8763000" cy="857250"/>
          </a:xfrm>
          <a:prstGeom prst="rect">
            <a:avLst/>
          </a:prstGeom>
          <a:noFill/>
          <a:ln w="0">
            <a:noFill/>
          </a:ln>
        </p:spPr>
        <p:txBody>
          <a:bodyPr wrap="square" lIns="0" tIns="0" rIns="0" bIns="0" anchor="t">
            <a:noAutofit/>
          </a:bodyPr>
          <a:lstStyle>
            <a:defPPr algn="l">
              <a:defRPr sz="2250" b="0">
                <a:solidFill>
                  <a:srgbClr val="003366"/>
                </a:solidFill>
                <a:latin typeface="Lato"/>
                <a:ea typeface="Lato"/>
                <a:cs typeface="Lato"/>
              </a:defRPr>
            </a:defPPr>
            <a:lvl1pPr algn="l">
              <a:defRPr sz="2250" b="0">
                <a:solidFill>
                  <a:srgbClr val="003366"/>
                </a:solidFill>
                <a:latin typeface="Lato"/>
                <a:ea typeface="Lato"/>
                <a:cs typeface="Lato"/>
              </a:defRPr>
            </a:lvl1pPr>
            <a:lvl2pPr algn="l">
              <a:defRPr sz="2250" b="0">
                <a:solidFill>
                  <a:srgbClr val="003366"/>
                </a:solidFill>
                <a:latin typeface="Lato"/>
                <a:ea typeface="Lato"/>
                <a:cs typeface="Lato"/>
              </a:defRPr>
            </a:lvl2pPr>
            <a:lvl3pPr algn="l">
              <a:defRPr sz="2250" b="0">
                <a:solidFill>
                  <a:srgbClr val="003366"/>
                </a:solidFill>
                <a:latin typeface="Lato"/>
                <a:ea typeface="Lato"/>
                <a:cs typeface="Lato"/>
              </a:defRPr>
            </a:lvl3pPr>
            <a:lvl4pPr algn="l">
              <a:defRPr sz="2250" b="0">
                <a:solidFill>
                  <a:srgbClr val="003366"/>
                </a:solidFill>
                <a:latin typeface="Lato"/>
                <a:ea typeface="Lato"/>
                <a:cs typeface="Lato"/>
              </a:defRPr>
            </a:lvl4pPr>
            <a:lvl5pPr algn="l">
              <a:defRPr sz="2250" b="0">
                <a:solidFill>
                  <a:srgbClr val="003366"/>
                </a:solidFill>
                <a:latin typeface="Lato"/>
                <a:ea typeface="Lato"/>
                <a:cs typeface="Lato"/>
              </a:defRPr>
            </a:lvl5pPr>
            <a:lvl6pPr algn="l">
              <a:defRPr sz="2250" b="0">
                <a:solidFill>
                  <a:srgbClr val="003366"/>
                </a:solidFill>
                <a:latin typeface="Lato"/>
                <a:ea typeface="Lato"/>
                <a:cs typeface="Lato"/>
              </a:defRPr>
            </a:lvl6pPr>
            <a:lvl7pPr algn="l">
              <a:defRPr sz="2250" b="0">
                <a:solidFill>
                  <a:srgbClr val="003366"/>
                </a:solidFill>
                <a:latin typeface="Lato"/>
                <a:ea typeface="Lato"/>
                <a:cs typeface="Lato"/>
              </a:defRPr>
            </a:lvl7pPr>
            <a:lvl8pPr algn="l">
              <a:defRPr sz="2250" b="0">
                <a:solidFill>
                  <a:srgbClr val="003366"/>
                </a:solidFill>
                <a:latin typeface="Lato"/>
                <a:ea typeface="Lato"/>
                <a:cs typeface="Lato"/>
              </a:defRPr>
            </a:lvl8pPr>
            <a:lvl9pPr algn="l">
              <a:defRPr sz="2250" b="0">
                <a:solidFill>
                  <a:srgbClr val="003366"/>
                </a:solidFill>
                <a:latin typeface="Lato"/>
                <a:ea typeface="Lato"/>
                <a:cs typeface="Lato"/>
              </a:defRPr>
            </a:lvl9pPr>
          </a:lstStyle>
          <a:p>
            <a:pPr algn="l">
              <a:defRPr sz="2250" b="0">
                <a:solidFill>
                  <a:srgbClr val="003366"/>
                </a:solidFill>
                <a:latin typeface="Lato"/>
                <a:ea typeface="Lato"/>
                <a:cs typeface="Lato"/>
              </a:defRPr>
            </a:pPr>
            <a:r>
              <a:rPr sz="2250" b="0" dirty="0">
                <a:solidFill>
                  <a:srgbClr val="003366"/>
                </a:solidFill>
                <a:latin typeface="Lato"/>
                <a:ea typeface="Lato"/>
                <a:cs typeface="Lato"/>
              </a:rPr>
              <a:t>Hai node, </a:t>
            </a:r>
            <a:r>
              <a:rPr sz="2250" b="0" dirty="0" err="1">
                <a:solidFill>
                  <a:srgbClr val="003366"/>
                </a:solidFill>
                <a:latin typeface="Lato"/>
                <a:ea typeface="Lato"/>
                <a:cs typeface="Lato"/>
              </a:rPr>
              <a:t>đèn</a:t>
            </a:r>
            <a:r>
              <a:rPr sz="2250" b="0" dirty="0">
                <a:solidFill>
                  <a:srgbClr val="003366"/>
                </a:solidFill>
                <a:latin typeface="Lato"/>
                <a:ea typeface="Lato"/>
                <a:cs typeface="Lato"/>
              </a:rPr>
              <a:t>/</a:t>
            </a:r>
            <a:r>
              <a:rPr sz="2250" b="0" dirty="0" err="1">
                <a:solidFill>
                  <a:srgbClr val="003366"/>
                </a:solidFill>
                <a:latin typeface="Lato"/>
                <a:ea typeface="Lato"/>
                <a:cs typeface="Lato"/>
              </a:rPr>
              <a:t>còi</a:t>
            </a:r>
            <a:r>
              <a:rPr sz="2250" b="0" dirty="0">
                <a:solidFill>
                  <a:srgbClr val="003366"/>
                </a:solidFill>
                <a:latin typeface="Lato"/>
                <a:ea typeface="Lato"/>
                <a:cs typeface="Lato"/>
              </a:rPr>
              <a:t> </a:t>
            </a:r>
            <a:r>
              <a:rPr sz="2250" b="0" dirty="0" err="1">
                <a:solidFill>
                  <a:srgbClr val="003366"/>
                </a:solidFill>
                <a:latin typeface="Lato"/>
                <a:ea typeface="Lato"/>
                <a:cs typeface="Lato"/>
              </a:rPr>
              <a:t>tại</a:t>
            </a:r>
            <a:r>
              <a:rPr sz="2250" b="0" dirty="0">
                <a:solidFill>
                  <a:srgbClr val="003366"/>
                </a:solidFill>
                <a:latin typeface="Lato"/>
                <a:ea typeface="Lato"/>
                <a:cs typeface="Lato"/>
              </a:rPr>
              <a:t> </a:t>
            </a:r>
            <a:r>
              <a:rPr sz="2250" b="0" dirty="0" err="1">
                <a:solidFill>
                  <a:srgbClr val="003366"/>
                </a:solidFill>
                <a:latin typeface="Lato"/>
                <a:ea typeface="Lato"/>
                <a:cs typeface="Lato"/>
              </a:rPr>
              <a:t>chỗ</a:t>
            </a:r>
            <a:r>
              <a:rPr sz="2250" b="0" dirty="0">
                <a:solidFill>
                  <a:srgbClr val="003366"/>
                </a:solidFill>
                <a:latin typeface="Lato"/>
                <a:ea typeface="Lato"/>
                <a:cs typeface="Lato"/>
              </a:rPr>
              <a:t> </a:t>
            </a:r>
            <a:r>
              <a:rPr sz="2250" b="0" dirty="0" err="1">
                <a:solidFill>
                  <a:srgbClr val="003366"/>
                </a:solidFill>
                <a:latin typeface="Lato"/>
                <a:ea typeface="Lato"/>
                <a:cs typeface="Lato"/>
              </a:rPr>
              <a:t>và</a:t>
            </a:r>
            <a:r>
              <a:rPr sz="2250" b="0" dirty="0">
                <a:solidFill>
                  <a:srgbClr val="003366"/>
                </a:solidFill>
                <a:latin typeface="Lato"/>
                <a:ea typeface="Lato"/>
                <a:cs typeface="Lato"/>
              </a:rPr>
              <a:t> </a:t>
            </a:r>
            <a:r>
              <a:rPr sz="2250" b="0" dirty="0" err="1">
                <a:solidFill>
                  <a:srgbClr val="003366"/>
                </a:solidFill>
                <a:latin typeface="Lato"/>
                <a:ea typeface="Lato"/>
                <a:cs typeface="Lato"/>
              </a:rPr>
              <a:t>cảnh</a:t>
            </a:r>
            <a:r>
              <a:rPr sz="2250" b="0" dirty="0">
                <a:solidFill>
                  <a:srgbClr val="003366"/>
                </a:solidFill>
                <a:latin typeface="Lato"/>
                <a:ea typeface="Lato"/>
                <a:cs typeface="Lato"/>
              </a:rPr>
              <a:t> </a:t>
            </a:r>
            <a:r>
              <a:rPr sz="2250" b="0" dirty="0" err="1">
                <a:solidFill>
                  <a:srgbClr val="003366"/>
                </a:solidFill>
                <a:latin typeface="Lato"/>
                <a:ea typeface="Lato"/>
                <a:cs typeface="Lato"/>
              </a:rPr>
              <a:t>báo</a:t>
            </a:r>
            <a:r>
              <a:rPr sz="2250" b="0" dirty="0">
                <a:solidFill>
                  <a:srgbClr val="003366"/>
                </a:solidFill>
                <a:latin typeface="Lato"/>
                <a:ea typeface="Lato"/>
                <a:cs typeface="Lato"/>
              </a:rPr>
              <a:t> qua Telegram.</a:t>
            </a:r>
          </a:p>
          <a:p>
            <a:pPr algn="l">
              <a:defRPr sz="2250" b="0">
                <a:solidFill>
                  <a:srgbClr val="003366"/>
                </a:solidFill>
                <a:latin typeface="Lato"/>
                <a:ea typeface="Lato"/>
                <a:cs typeface="Lato"/>
              </a:defRPr>
            </a:pPr>
            <a:r>
              <a:rPr sz="2250" b="0" dirty="0">
                <a:solidFill>
                  <a:srgbClr val="003366"/>
                </a:solidFill>
                <a:latin typeface="Lato"/>
                <a:ea typeface="Lato"/>
                <a:cs typeface="Lato"/>
              </a:rPr>
              <a:t>Backend do </a:t>
            </a:r>
            <a:r>
              <a:rPr sz="2250" b="0" dirty="0" err="1">
                <a:solidFill>
                  <a:srgbClr val="003366"/>
                </a:solidFill>
                <a:latin typeface="Lato"/>
                <a:ea typeface="Lato"/>
                <a:cs typeface="Lato"/>
              </a:rPr>
              <a:t>nhóm</a:t>
            </a:r>
            <a:r>
              <a:rPr sz="2250" b="0" dirty="0">
                <a:solidFill>
                  <a:srgbClr val="003366"/>
                </a:solidFill>
                <a:latin typeface="Lato"/>
                <a:ea typeface="Lato"/>
                <a:cs typeface="Lato"/>
              </a:rPr>
              <a:t> </a:t>
            </a:r>
            <a:r>
              <a:rPr sz="2250" b="0" dirty="0" err="1">
                <a:solidFill>
                  <a:srgbClr val="003366"/>
                </a:solidFill>
                <a:latin typeface="Lato"/>
                <a:ea typeface="Lato"/>
                <a:cs typeface="Lato"/>
              </a:rPr>
              <a:t>tự</a:t>
            </a:r>
            <a:r>
              <a:rPr sz="2250" b="0" dirty="0">
                <a:solidFill>
                  <a:srgbClr val="003366"/>
                </a:solidFill>
                <a:latin typeface="Lato"/>
                <a:ea typeface="Lato"/>
                <a:cs typeface="Lato"/>
              </a:rPr>
              <a:t> </a:t>
            </a:r>
            <a:r>
              <a:rPr sz="2250" b="0" dirty="0" err="1">
                <a:solidFill>
                  <a:srgbClr val="003366"/>
                </a:solidFill>
                <a:latin typeface="Lato"/>
                <a:ea typeface="Lato"/>
                <a:cs typeface="Lato"/>
              </a:rPr>
              <a:t>xây</a:t>
            </a:r>
            <a:r>
              <a:rPr sz="2250" b="0" dirty="0">
                <a:solidFill>
                  <a:srgbClr val="003366"/>
                </a:solidFill>
                <a:latin typeface="Lato"/>
                <a:ea typeface="Lato"/>
                <a:cs typeface="Lato"/>
              </a:rPr>
              <a:t> </a:t>
            </a:r>
            <a:r>
              <a:rPr sz="2250" b="0" dirty="0" err="1">
                <a:solidFill>
                  <a:srgbClr val="003366"/>
                </a:solidFill>
                <a:latin typeface="Lato"/>
                <a:ea typeface="Lato"/>
                <a:cs typeface="Lato"/>
              </a:rPr>
              <a:t>dựng</a:t>
            </a:r>
            <a:r>
              <a:rPr sz="2250" b="0" dirty="0">
                <a:solidFill>
                  <a:srgbClr val="003366"/>
                </a:solidFill>
                <a:latin typeface="Lato"/>
                <a:ea typeface="Lato"/>
                <a:cs typeface="Lato"/>
              </a:rPr>
              <a:t>.</a:t>
            </a:r>
          </a:p>
        </p:txBody>
      </p:sp>
      <p:sp>
        <p:nvSpPr>
          <p:cNvPr id="15" name="Tiếp theo">
            <a:extLst>
              <a:ext uri="{FF2B5EF4-FFF2-40B4-BE49-F238E27FC236}">
                <a16:creationId xmlns:a16="http://schemas.microsoft.com/office/drawing/2014/main" id="{763519E1-9176-4E45-9D72-12B40EB32D0B}"/>
              </a:ext>
            </a:extLst>
          </p:cNvPr>
          <p:cNvSpPr>
            <a:spLocks noGrp="1"/>
          </p:cNvSpPr>
          <p:nvPr/>
        </p:nvSpPr>
        <p:spPr>
          <a:xfrm>
            <a:off x="609600" y="4610100"/>
            <a:ext cx="1905000" cy="457200"/>
          </a:xfrm>
          <a:prstGeom prst="rect">
            <a:avLst/>
          </a:prstGeom>
          <a:noFill/>
          <a:ln w="0">
            <a:noFill/>
          </a:ln>
        </p:spPr>
        <p:txBody>
          <a:bodyPr wrap="square" lIns="0" tIns="0" rIns="0" bIns="0" anchor="t">
            <a:noAutofit/>
          </a:bodyPr>
          <a:lstStyle>
            <a:defPPr algn="l">
              <a:defRPr sz="2250" b="1">
                <a:solidFill>
                  <a:srgbClr val="003366"/>
                </a:solidFill>
                <a:latin typeface="Lato"/>
                <a:ea typeface="Lato"/>
                <a:cs typeface="Lato"/>
              </a:defRPr>
            </a:defPPr>
            <a:lvl1pPr algn="l">
              <a:defRPr sz="2250" b="1">
                <a:solidFill>
                  <a:srgbClr val="003366"/>
                </a:solidFill>
                <a:latin typeface="Lato"/>
                <a:ea typeface="Lato"/>
                <a:cs typeface="Lato"/>
              </a:defRPr>
            </a:lvl1pPr>
            <a:lvl2pPr algn="l">
              <a:defRPr sz="2250" b="1">
                <a:solidFill>
                  <a:srgbClr val="003366"/>
                </a:solidFill>
                <a:latin typeface="Lato"/>
                <a:ea typeface="Lato"/>
                <a:cs typeface="Lato"/>
              </a:defRPr>
            </a:lvl2pPr>
            <a:lvl3pPr algn="l">
              <a:defRPr sz="2250" b="1">
                <a:solidFill>
                  <a:srgbClr val="003366"/>
                </a:solidFill>
                <a:latin typeface="Lato"/>
                <a:ea typeface="Lato"/>
                <a:cs typeface="Lato"/>
              </a:defRPr>
            </a:lvl3pPr>
            <a:lvl4pPr algn="l">
              <a:defRPr sz="2250" b="1">
                <a:solidFill>
                  <a:srgbClr val="003366"/>
                </a:solidFill>
                <a:latin typeface="Lato"/>
                <a:ea typeface="Lato"/>
                <a:cs typeface="Lato"/>
              </a:defRPr>
            </a:lvl4pPr>
            <a:lvl5pPr algn="l">
              <a:defRPr sz="2250" b="1">
                <a:solidFill>
                  <a:srgbClr val="003366"/>
                </a:solidFill>
                <a:latin typeface="Lato"/>
                <a:ea typeface="Lato"/>
                <a:cs typeface="Lato"/>
              </a:defRPr>
            </a:lvl5pPr>
            <a:lvl6pPr algn="l">
              <a:defRPr sz="2250" b="1">
                <a:solidFill>
                  <a:srgbClr val="003366"/>
                </a:solidFill>
                <a:latin typeface="Lato"/>
                <a:ea typeface="Lato"/>
                <a:cs typeface="Lato"/>
              </a:defRPr>
            </a:lvl6pPr>
            <a:lvl7pPr algn="l">
              <a:defRPr sz="2250" b="1">
                <a:solidFill>
                  <a:srgbClr val="003366"/>
                </a:solidFill>
                <a:latin typeface="Lato"/>
                <a:ea typeface="Lato"/>
                <a:cs typeface="Lato"/>
              </a:defRPr>
            </a:lvl7pPr>
            <a:lvl8pPr algn="l">
              <a:defRPr sz="2250" b="1">
                <a:solidFill>
                  <a:srgbClr val="003366"/>
                </a:solidFill>
                <a:latin typeface="Lato"/>
                <a:ea typeface="Lato"/>
                <a:cs typeface="Lato"/>
              </a:defRPr>
            </a:lvl8pPr>
            <a:lvl9pPr algn="l">
              <a:defRPr sz="2250" b="1">
                <a:solidFill>
                  <a:srgbClr val="003366"/>
                </a:solidFill>
                <a:latin typeface="Lato"/>
                <a:ea typeface="Lato"/>
                <a:cs typeface="Lato"/>
              </a:defRPr>
            </a:lvl9pPr>
          </a:lstStyle>
          <a:p>
            <a:pPr algn="l">
              <a:defRPr sz="2250" b="1">
                <a:solidFill>
                  <a:srgbClr val="003366"/>
                </a:solidFill>
                <a:latin typeface="Lato"/>
                <a:ea typeface="Lato"/>
                <a:cs typeface="Lato"/>
              </a:defRPr>
            </a:pPr>
            <a:r>
              <a:rPr sz="2250" b="1">
                <a:solidFill>
                  <a:srgbClr val="003366"/>
                </a:solidFill>
                <a:latin typeface="Lato"/>
                <a:ea typeface="Lato"/>
                <a:cs typeface="Lato"/>
              </a:rPr>
              <a:t>Tiếp theo</a:t>
            </a:r>
          </a:p>
        </p:txBody>
      </p:sp>
      <p:sp>
        <p:nvSpPr>
          <p:cNvPr id="16" name="Hoàn thiện nguyên mẫu, tích hợp và kiểm thử&#10;cảnh báo, lỗi cảm biến và ">
            <a:extLst>
              <a:ext uri="{FF2B5EF4-FFF2-40B4-BE49-F238E27FC236}">
                <a16:creationId xmlns:a16="http://schemas.microsoft.com/office/drawing/2014/main" id="{0F7A5E72-1EBE-4E16-9C8A-88E11517CDD4}"/>
              </a:ext>
            </a:extLst>
          </p:cNvPr>
          <p:cNvSpPr>
            <a:spLocks noGrp="1"/>
          </p:cNvSpPr>
          <p:nvPr/>
        </p:nvSpPr>
        <p:spPr>
          <a:xfrm>
            <a:off x="2714625" y="4610100"/>
            <a:ext cx="8763000" cy="904875"/>
          </a:xfrm>
          <a:prstGeom prst="rect">
            <a:avLst/>
          </a:prstGeom>
          <a:noFill/>
          <a:ln w="0">
            <a:noFill/>
          </a:ln>
        </p:spPr>
        <p:txBody>
          <a:bodyPr wrap="square" lIns="0" tIns="0" rIns="0" bIns="0" anchor="t">
            <a:noAutofit/>
          </a:bodyPr>
          <a:lstStyle>
            <a:defPPr algn="l">
              <a:defRPr sz="2250" b="0">
                <a:solidFill>
                  <a:srgbClr val="003366"/>
                </a:solidFill>
                <a:latin typeface="Lato"/>
                <a:ea typeface="Lato"/>
                <a:cs typeface="Lato"/>
              </a:defRPr>
            </a:defPPr>
            <a:lvl1pPr algn="l">
              <a:defRPr sz="2250" b="0">
                <a:solidFill>
                  <a:srgbClr val="003366"/>
                </a:solidFill>
                <a:latin typeface="Lato"/>
                <a:ea typeface="Lato"/>
                <a:cs typeface="Lato"/>
              </a:defRPr>
            </a:lvl1pPr>
            <a:lvl2pPr algn="l">
              <a:defRPr sz="2250" b="0">
                <a:solidFill>
                  <a:srgbClr val="003366"/>
                </a:solidFill>
                <a:latin typeface="Lato"/>
                <a:ea typeface="Lato"/>
                <a:cs typeface="Lato"/>
              </a:defRPr>
            </a:lvl2pPr>
            <a:lvl3pPr algn="l">
              <a:defRPr sz="2250" b="0">
                <a:solidFill>
                  <a:srgbClr val="003366"/>
                </a:solidFill>
                <a:latin typeface="Lato"/>
                <a:ea typeface="Lato"/>
                <a:cs typeface="Lato"/>
              </a:defRPr>
            </a:lvl3pPr>
            <a:lvl4pPr algn="l">
              <a:defRPr sz="2250" b="0">
                <a:solidFill>
                  <a:srgbClr val="003366"/>
                </a:solidFill>
                <a:latin typeface="Lato"/>
                <a:ea typeface="Lato"/>
                <a:cs typeface="Lato"/>
              </a:defRPr>
            </a:lvl4pPr>
            <a:lvl5pPr algn="l">
              <a:defRPr sz="2250" b="0">
                <a:solidFill>
                  <a:srgbClr val="003366"/>
                </a:solidFill>
                <a:latin typeface="Lato"/>
                <a:ea typeface="Lato"/>
                <a:cs typeface="Lato"/>
              </a:defRPr>
            </a:lvl5pPr>
            <a:lvl6pPr algn="l">
              <a:defRPr sz="2250" b="0">
                <a:solidFill>
                  <a:srgbClr val="003366"/>
                </a:solidFill>
                <a:latin typeface="Lato"/>
                <a:ea typeface="Lato"/>
                <a:cs typeface="Lato"/>
              </a:defRPr>
            </a:lvl6pPr>
            <a:lvl7pPr algn="l">
              <a:defRPr sz="2250" b="0">
                <a:solidFill>
                  <a:srgbClr val="003366"/>
                </a:solidFill>
                <a:latin typeface="Lato"/>
                <a:ea typeface="Lato"/>
                <a:cs typeface="Lato"/>
              </a:defRPr>
            </a:lvl7pPr>
            <a:lvl8pPr algn="l">
              <a:defRPr sz="2250" b="0">
                <a:solidFill>
                  <a:srgbClr val="003366"/>
                </a:solidFill>
                <a:latin typeface="Lato"/>
                <a:ea typeface="Lato"/>
                <a:cs typeface="Lato"/>
              </a:defRPr>
            </a:lvl8pPr>
            <a:lvl9pPr algn="l">
              <a:defRPr sz="2250" b="0">
                <a:solidFill>
                  <a:srgbClr val="003366"/>
                </a:solidFill>
                <a:latin typeface="Lato"/>
                <a:ea typeface="Lato"/>
                <a:cs typeface="Lato"/>
              </a:defRPr>
            </a:lvl9pPr>
          </a:lstStyle>
          <a:p>
            <a:pPr algn="l">
              <a:defRPr sz="2250" b="0">
                <a:solidFill>
                  <a:srgbClr val="003366"/>
                </a:solidFill>
                <a:latin typeface="Lato"/>
                <a:ea typeface="Lato"/>
                <a:cs typeface="Lato"/>
              </a:defRPr>
            </a:pPr>
            <a:r>
              <a:rPr sz="2250" b="0">
                <a:solidFill>
                  <a:srgbClr val="003366"/>
                </a:solidFill>
                <a:latin typeface="Lato"/>
                <a:ea typeface="Lato"/>
                <a:cs typeface="Lato"/>
              </a:rPr>
              <a:t>Hoàn thiện nguyên mẫu, tích hợp và kiểm thử</a:t>
            </a:r>
          </a:p>
          <a:p>
            <a:pPr algn="l">
              <a:defRPr sz="2250" b="0">
                <a:solidFill>
                  <a:srgbClr val="003366"/>
                </a:solidFill>
                <a:latin typeface="Lato"/>
                <a:ea typeface="Lato"/>
                <a:cs typeface="Lato"/>
              </a:defRPr>
            </a:pPr>
            <a:r>
              <a:rPr sz="2250" b="0">
                <a:solidFill>
                  <a:srgbClr val="003366"/>
                </a:solidFill>
                <a:latin typeface="Lato"/>
                <a:ea typeface="Lato"/>
                <a:cs typeface="Lato"/>
              </a:rPr>
              <a:t>cảnh báo, lỗi cảm biến và mất mạng.</a:t>
            </a:r>
          </a:p>
        </p:txBody>
      </p:sp>
    </p:spTree>
    <p:extLst>
      <p:ext uri="{BB962C8B-B14F-4D97-AF65-F5344CB8AC3E}">
        <p14:creationId xmlns:p14="http://schemas.microsoft.com/office/powerpoint/2010/main" val="2468724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14AC382-4E76-4EA7-9D6E-C5BF7677FAB7}"/>
              </a:ext>
            </a:extLst>
          </p:cNvPr>
          <p:cNvSpPr>
            <a:spLocks noGrp="1"/>
          </p:cNvSpPr>
          <p:nvPr/>
        </p:nvSpPr>
        <p:spPr>
          <a:xfrm>
            <a:off x="0" y="0"/>
            <a:ext cx="12192000" cy="6858000"/>
          </a:xfrm>
          <a:prstGeom prst="rect">
            <a:avLst/>
          </a:prstGeom>
          <a:solidFill>
            <a:srgbClr val="C02034"/>
          </a:solidFill>
          <a:ln w="0">
            <a:noFill/>
          </a:ln>
        </p:spPr>
      </p:sp>
      <p:pic>
        <p:nvPicPr>
          <p:cNvPr id="4" name="Picture 3">
            <a:extLst>
              <a:ext uri="{FF2B5EF4-FFF2-40B4-BE49-F238E27FC236}">
                <a16:creationId xmlns:a16="http://schemas.microsoft.com/office/drawing/2014/main" id="{6A207378-B978-4CED-8703-E8594C40A474}"/>
              </a:ext>
            </a:extLst>
          </p:cNvPr>
          <p:cNvPicPr>
            <a:picLocks noChangeAspect="1"/>
          </p:cNvPicPr>
          <p:nvPr/>
        </p:nvPicPr>
        <p:blipFill>
          <a:blip r:embed="rId3"/>
          <a:srcRect t="43056" r="92188" b="49306"/>
          <a:stretch/>
        </p:blipFill>
        <p:spPr>
          <a:xfrm>
            <a:off x="0" y="2952750"/>
            <a:ext cx="952500" cy="523875"/>
          </a:xfrm>
          <a:prstGeom prst="rect">
            <a:avLst/>
          </a:prstGeom>
        </p:spPr>
      </p:pic>
      <p:sp>
        <p:nvSpPr>
          <p:cNvPr id="13" name="11">
            <a:extLst>
              <a:ext uri="{FF2B5EF4-FFF2-40B4-BE49-F238E27FC236}">
                <a16:creationId xmlns:a16="http://schemas.microsoft.com/office/drawing/2014/main" id="{D54A0899-6E9A-4723-B463-062E5E597502}"/>
              </a:ext>
            </a:extLst>
          </p:cNvPr>
          <p:cNvSpPr>
            <a:spLocks noGrp="1"/>
          </p:cNvSpPr>
          <p:nvPr/>
        </p:nvSpPr>
        <p:spPr>
          <a:xfrm>
            <a:off x="11144250" y="6515100"/>
            <a:ext cx="666750" cy="247650"/>
          </a:xfrm>
          <a:prstGeom prst="rect">
            <a:avLst/>
          </a:prstGeom>
          <a:noFill/>
          <a:ln w="0">
            <a:noFill/>
          </a:ln>
        </p:spPr>
        <p:txBody>
          <a:bodyPr wrap="square" lIns="0" tIns="0" rIns="0" bIns="0" anchor="t">
            <a:noAutofit/>
          </a:bodyPr>
          <a:lstStyle>
            <a:defPPr algn="r">
              <a:defRPr sz="1200" b="0">
                <a:solidFill>
                  <a:srgbClr val="C00000"/>
                </a:solidFill>
                <a:latin typeface="Lato"/>
                <a:ea typeface="Lato"/>
                <a:cs typeface="Lato"/>
              </a:defRPr>
            </a:defPPr>
            <a:lvl1pPr algn="r">
              <a:buNone/>
              <a:defRPr sz="1200" b="0">
                <a:solidFill>
                  <a:srgbClr val="C00000"/>
                </a:solidFill>
                <a:latin typeface="Lato"/>
                <a:ea typeface="Lato"/>
                <a:cs typeface="Lato"/>
              </a:defRPr>
            </a:lvl1pPr>
            <a:lvl2pPr algn="r">
              <a:buNone/>
              <a:defRPr sz="1200" b="0">
                <a:solidFill>
                  <a:srgbClr val="C00000"/>
                </a:solidFill>
                <a:latin typeface="Lato"/>
                <a:ea typeface="Lato"/>
                <a:cs typeface="Lato"/>
              </a:defRPr>
            </a:lvl2pPr>
            <a:lvl3pPr algn="r">
              <a:buNone/>
              <a:defRPr sz="1200" b="0">
                <a:solidFill>
                  <a:srgbClr val="C00000"/>
                </a:solidFill>
                <a:latin typeface="Lato"/>
                <a:ea typeface="Lato"/>
                <a:cs typeface="Lato"/>
              </a:defRPr>
            </a:lvl3pPr>
            <a:lvl4pPr algn="r">
              <a:buNone/>
              <a:defRPr sz="1200" b="0">
                <a:solidFill>
                  <a:srgbClr val="C00000"/>
                </a:solidFill>
                <a:latin typeface="Lato"/>
                <a:ea typeface="Lato"/>
                <a:cs typeface="Lato"/>
              </a:defRPr>
            </a:lvl4pPr>
            <a:lvl5pPr algn="r">
              <a:buNone/>
              <a:defRPr sz="1200" b="0">
                <a:solidFill>
                  <a:srgbClr val="C00000"/>
                </a:solidFill>
                <a:latin typeface="Lato"/>
                <a:ea typeface="Lato"/>
                <a:cs typeface="Lato"/>
              </a:defRPr>
            </a:lvl5pPr>
            <a:lvl6pPr algn="r">
              <a:buNone/>
              <a:defRPr sz="1200" b="0">
                <a:solidFill>
                  <a:srgbClr val="C00000"/>
                </a:solidFill>
                <a:latin typeface="Lato"/>
                <a:ea typeface="Lato"/>
                <a:cs typeface="Lato"/>
              </a:defRPr>
            </a:lvl6pPr>
            <a:lvl7pPr algn="r">
              <a:buNone/>
              <a:defRPr sz="1200" b="0">
                <a:solidFill>
                  <a:srgbClr val="C00000"/>
                </a:solidFill>
                <a:latin typeface="Lato"/>
                <a:ea typeface="Lato"/>
                <a:cs typeface="Lato"/>
              </a:defRPr>
            </a:lvl7pPr>
            <a:lvl8pPr algn="r">
              <a:buNone/>
              <a:defRPr sz="1200" b="0">
                <a:solidFill>
                  <a:srgbClr val="C00000"/>
                </a:solidFill>
                <a:latin typeface="Lato"/>
                <a:ea typeface="Lato"/>
                <a:cs typeface="Lato"/>
              </a:defRPr>
            </a:lvl8pPr>
            <a:lvl9pPr algn="r">
              <a:buNone/>
              <a:defRPr sz="1200" b="0">
                <a:solidFill>
                  <a:srgbClr val="C00000"/>
                </a:solidFill>
                <a:latin typeface="Lato"/>
                <a:ea typeface="Lato"/>
                <a:cs typeface="Lato"/>
              </a:defRPr>
            </a:lvl9pPr>
          </a:lstStyle>
          <a:p>
            <a:pPr algn="r">
              <a:buNone/>
              <a:defRPr sz="1200" b="0">
                <a:solidFill>
                  <a:srgbClr val="C00000"/>
                </a:solidFill>
                <a:latin typeface="Lato"/>
                <a:ea typeface="Lato"/>
                <a:cs typeface="Lato"/>
              </a:defRPr>
            </a:pPr>
            <a:r>
              <a:rPr sz="1200" b="0">
                <a:solidFill>
                  <a:srgbClr val="C00000"/>
                </a:solidFill>
                <a:latin typeface="Lato"/>
                <a:ea typeface="Lato"/>
                <a:cs typeface="Lato"/>
              </a:rPr>
              <a:t>12</a:t>
            </a:r>
          </a:p>
        </p:txBody>
      </p:sp>
      <p:sp>
        <p:nvSpPr>
          <p:cNvPr id="21" name="Google Shape;566;p30">
            <a:extLst>
              <a:ext uri="{FF2B5EF4-FFF2-40B4-BE49-F238E27FC236}">
                <a16:creationId xmlns:a16="http://schemas.microsoft.com/office/drawing/2014/main" id="{C32D1EA4-7A74-4201-9E43-0AA5282C6EBF}"/>
              </a:ext>
            </a:extLst>
          </p:cNvPr>
          <p:cNvSpPr txBox="1"/>
          <p:nvPr/>
        </p:nvSpPr>
        <p:spPr>
          <a:xfrm>
            <a:off x="3091810" y="2879955"/>
            <a:ext cx="5422456" cy="97130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00000"/>
              </a:buClr>
              <a:buSzPts val="6000"/>
              <a:buFont typeface="Lato"/>
              <a:buNone/>
            </a:pPr>
            <a:r>
              <a:rPr lang="en-US" sz="6000" b="1" dirty="0">
                <a:solidFill>
                  <a:schemeClr val="bg1"/>
                </a:solidFill>
                <a:latin typeface="Lato"/>
                <a:ea typeface="Lato"/>
                <a:cs typeface="Lato"/>
                <a:sym typeface="Lato"/>
              </a:rPr>
              <a:t>THANK YOU !</a:t>
            </a:r>
            <a:endParaRPr dirty="0">
              <a:solidFill>
                <a:schemeClr val="bg1"/>
              </a:solidFill>
            </a:endParaRPr>
          </a:p>
        </p:txBody>
      </p:sp>
    </p:spTree>
    <p:extLst>
      <p:ext uri="{BB962C8B-B14F-4D97-AF65-F5344CB8AC3E}">
        <p14:creationId xmlns:p14="http://schemas.microsoft.com/office/powerpoint/2010/main" val="135068385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TotalTime>
  <Words>5364</Words>
  <Application>Microsoft Office PowerPoint</Application>
  <DocSecurity>0</DocSecurity>
  <PresentationFormat>Widescreen</PresentationFormat>
  <Paragraphs>362</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Lato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An Nguyễn Văn</cp:lastModifiedBy>
  <cp:revision>10</cp:revision>
  <dcterms:created xsi:type="dcterms:W3CDTF">2026-10-27T08:37:32Z</dcterms:created>
  <dcterms:modified xsi:type="dcterms:W3CDTF">2026-10-27T10:31:37Z</dcterms:modified>
</cp:coreProperties>
</file>